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744" r:id="rId4"/>
  </p:sldMasterIdLst>
  <p:notesMasterIdLst>
    <p:notesMasterId r:id="rId14"/>
  </p:notesMasterIdLst>
  <p:handoutMasterIdLst>
    <p:handoutMasterId r:id="rId15"/>
  </p:handoutMasterIdLst>
  <p:sldIdLst>
    <p:sldId id="256" r:id="rId5"/>
    <p:sldId id="286" r:id="rId6"/>
    <p:sldId id="289" r:id="rId7"/>
    <p:sldId id="288" r:id="rId8"/>
    <p:sldId id="290" r:id="rId9"/>
    <p:sldId id="258" r:id="rId10"/>
    <p:sldId id="264" r:id="rId11"/>
    <p:sldId id="291" r:id="rId12"/>
    <p:sldId id="29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 snapToObjects="1">
      <p:cViewPr>
        <p:scale>
          <a:sx n="57" d="100"/>
          <a:sy n="57" d="100"/>
        </p:scale>
        <p:origin x="1016" y="2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9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9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9A589A-46DE-0F49-B460-E7914F3E440D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accent3_2" csCatId="accent3" phldr="1"/>
      <dgm:spPr/>
      <dgm:t>
        <a:bodyPr/>
        <a:lstStyle/>
        <a:p>
          <a:endParaRPr lang="en-US"/>
        </a:p>
      </dgm:t>
    </dgm:pt>
    <dgm:pt modelId="{66039115-797B-304C-9FC0-EFABB1F212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gency FB" panose="020B0503020202020204" pitchFamily="34" charset="0"/>
            </a:rPr>
            <a:t>Smart </a:t>
          </a:r>
          <a:r>
            <a:rPr lang="en-US" dirty="0" smtClean="0">
              <a:latin typeface="Agency FB" panose="020B0503020202020204" pitchFamily="34" charset="0"/>
            </a:rPr>
            <a:t>Automation</a:t>
          </a:r>
          <a:endParaRPr lang="en-US" dirty="0">
            <a:latin typeface="Agency FB" panose="020B0503020202020204" pitchFamily="34" charset="0"/>
          </a:endParaRPr>
        </a:p>
      </dgm:t>
    </dgm:pt>
    <dgm:pt modelId="{C8EABE8F-1E84-494E-AD8A-32BA419A36E9}" type="parTrans" cxnId="{31C3237C-2299-B649-8C93-587C97AC9999}">
      <dgm:prSet/>
      <dgm:spPr/>
      <dgm:t>
        <a:bodyPr/>
        <a:lstStyle/>
        <a:p>
          <a:endParaRPr lang="en-US"/>
        </a:p>
      </dgm:t>
    </dgm:pt>
    <dgm:pt modelId="{D044F6BA-1D90-EC47-8A78-B9796198ECF5}" type="sibTrans" cxnId="{31C3237C-2299-B649-8C93-587C97AC999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  <dgm:extLst/>
    </dgm:pt>
    <dgm:pt modelId="{E39563C5-C199-4F5B-A899-8CC0710341A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smtClean="0">
              <a:latin typeface="Agency FB" panose="020B0503020202020204" pitchFamily="34" charset="0"/>
            </a:rPr>
            <a:t>Plastic detection</a:t>
          </a:r>
          <a:endParaRPr lang="en-US" dirty="0">
            <a:latin typeface="Agency FB" panose="020B0503020202020204" pitchFamily="34" charset="0"/>
          </a:endParaRPr>
        </a:p>
      </dgm:t>
    </dgm:pt>
    <dgm:pt modelId="{6531EA77-44C5-4E3D-BA04-70C1E49BCD39}" type="parTrans" cxnId="{BBAD9FDB-1013-4B11-A9AE-2815527D1B78}">
      <dgm:prSet/>
      <dgm:spPr/>
      <dgm:t>
        <a:bodyPr/>
        <a:lstStyle/>
        <a:p>
          <a:endParaRPr lang="en-US"/>
        </a:p>
      </dgm:t>
    </dgm:pt>
    <dgm:pt modelId="{BC971DAC-9BE2-44B2-ABE4-8099C777E9C4}" type="sibTrans" cxnId="{BBAD9FDB-1013-4B11-A9AE-2815527D1B7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  <dgm:extLst/>
    </dgm:pt>
    <dgm:pt modelId="{15B1A768-2666-4AB4-BDA7-F0E3C4160D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gency FB" panose="020B0503020202020204" pitchFamily="34" charset="0"/>
            </a:rPr>
            <a:t>Artificial Intelligence</a:t>
          </a:r>
        </a:p>
      </dgm:t>
    </dgm:pt>
    <dgm:pt modelId="{D47033D3-4E41-485A-B515-A02A8C3B404A}" type="parTrans" cxnId="{08DEC938-538C-403B-80C3-828B96DAFF82}">
      <dgm:prSet/>
      <dgm:spPr/>
      <dgm:t>
        <a:bodyPr/>
        <a:lstStyle/>
        <a:p>
          <a:endParaRPr lang="en-US"/>
        </a:p>
      </dgm:t>
    </dgm:pt>
    <dgm:pt modelId="{72FFCBD4-DD9D-4E06-81E4-54307F97A3F0}" type="sibTrans" cxnId="{08DEC938-538C-403B-80C3-828B96DAFF8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  <dgm:extLst/>
    </dgm:pt>
    <dgm:pt modelId="{3AA5586A-C40E-4DDA-98A5-6545F36F46A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smtClean="0">
              <a:latin typeface="Agency FB" panose="020B0503020202020204" pitchFamily="34" charset="0"/>
            </a:rPr>
            <a:t>IOT enabled system</a:t>
          </a:r>
          <a:endParaRPr lang="en-US" dirty="0">
            <a:latin typeface="Agency FB" panose="020B0503020202020204" pitchFamily="34" charset="0"/>
          </a:endParaRPr>
        </a:p>
      </dgm:t>
    </dgm:pt>
    <dgm:pt modelId="{ABF44FB7-9255-4D99-BC69-3BE74FDF8E87}" type="parTrans" cxnId="{119FEAF1-383D-4740-9124-CC9EEA7E35F9}">
      <dgm:prSet/>
      <dgm:spPr/>
      <dgm:t>
        <a:bodyPr/>
        <a:lstStyle/>
        <a:p>
          <a:endParaRPr lang="en-US"/>
        </a:p>
      </dgm:t>
    </dgm:pt>
    <dgm:pt modelId="{19FB306E-81B4-4F3F-99EE-765120CBB6B3}" type="sibTrans" cxnId="{119FEAF1-383D-4740-9124-CC9EEA7E35F9}">
      <dgm:prSet/>
      <dgm:spPr/>
      <dgm:t>
        <a:bodyPr/>
        <a:lstStyle/>
        <a:p>
          <a:endParaRPr lang="en-US"/>
        </a:p>
      </dgm:t>
      <dgm:extLst/>
    </dgm:pt>
    <dgm:pt modelId="{B80C9CF3-C6BB-48D7-8AE1-5002D62D3761}" type="pres">
      <dgm:prSet presAssocID="{489A589A-46DE-0F49-B460-E7914F3E440D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26FDCF2-F375-4C3F-9814-C84BA9388F92}" type="pres">
      <dgm:prSet presAssocID="{489A589A-46DE-0F49-B460-E7914F3E440D}" presName="container" presStyleCnt="0">
        <dgm:presLayoutVars>
          <dgm:dir/>
          <dgm:resizeHandles val="exact"/>
        </dgm:presLayoutVars>
      </dgm:prSet>
      <dgm:spPr/>
    </dgm:pt>
    <dgm:pt modelId="{174069BD-8FE1-41A2-8250-6A5514FE224C}" type="pres">
      <dgm:prSet presAssocID="{66039115-797B-304C-9FC0-EFABB1F21232}" presName="compNode" presStyleCnt="0"/>
      <dgm:spPr/>
    </dgm:pt>
    <dgm:pt modelId="{5E340066-1B2E-4C4E-80A2-97E86ABFA479}" type="pres">
      <dgm:prSet presAssocID="{66039115-797B-304C-9FC0-EFABB1F21232}" presName="iconBgRect" presStyleLbl="bgShp" presStyleIdx="0" presStyleCnt="4"/>
      <dgm:spPr/>
    </dgm:pt>
    <dgm:pt modelId="{F55B2F71-E638-412C-8147-FC7081E08B04}" type="pres">
      <dgm:prSet presAssocID="{66039115-797B-304C-9FC0-EFABB1F2123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5CDA7D5A-F452-463F-998B-177A76E8C08F}" type="pres">
      <dgm:prSet presAssocID="{66039115-797B-304C-9FC0-EFABB1F21232}" presName="spaceRect" presStyleCnt="0"/>
      <dgm:spPr/>
    </dgm:pt>
    <dgm:pt modelId="{E05AF25A-E676-44EA-BB66-F2100ACAD1CB}" type="pres">
      <dgm:prSet presAssocID="{66039115-797B-304C-9FC0-EFABB1F21232}" presName="textRect" presStyleLbl="revTx" presStyleIdx="0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BB1D33AA-C75A-465A-93F0-2B3A7346088F}" type="pres">
      <dgm:prSet presAssocID="{D044F6BA-1D90-EC47-8A78-B9796198ECF5}" presName="sibTrans" presStyleLbl="sibTrans2D1" presStyleIdx="0" presStyleCnt="0"/>
      <dgm:spPr/>
      <dgm:t>
        <a:bodyPr/>
        <a:lstStyle/>
        <a:p>
          <a:endParaRPr lang="en-US"/>
        </a:p>
      </dgm:t>
    </dgm:pt>
    <dgm:pt modelId="{D641F504-B527-445D-81F6-4B59E813C4A0}" type="pres">
      <dgm:prSet presAssocID="{E39563C5-C199-4F5B-A899-8CC0710341A0}" presName="compNode" presStyleCnt="0"/>
      <dgm:spPr/>
    </dgm:pt>
    <dgm:pt modelId="{75512A68-FA50-4392-A441-C6EC352FE606}" type="pres">
      <dgm:prSet presAssocID="{E39563C5-C199-4F5B-A899-8CC0710341A0}" presName="iconBgRect" presStyleLbl="bgShp" presStyleIdx="1" presStyleCnt="4"/>
      <dgm:spPr/>
    </dgm:pt>
    <dgm:pt modelId="{C425A8E1-258A-4D4B-9D55-24376C0AB360}" type="pres">
      <dgm:prSet presAssocID="{E39563C5-C199-4F5B-A899-8CC0710341A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 microphone"/>
        </a:ext>
      </dgm:extLst>
    </dgm:pt>
    <dgm:pt modelId="{9E9B2F2E-EF94-42A4-A2BE-0DEE20425DEE}" type="pres">
      <dgm:prSet presAssocID="{E39563C5-C199-4F5B-A899-8CC0710341A0}" presName="spaceRect" presStyleCnt="0"/>
      <dgm:spPr/>
    </dgm:pt>
    <dgm:pt modelId="{523C7F31-A7C1-43C9-AE27-AAE9100EE1FE}" type="pres">
      <dgm:prSet presAssocID="{E39563C5-C199-4F5B-A899-8CC0710341A0}" presName="textRect" presStyleLbl="revTx" presStyleIdx="1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CEB8DC13-2561-455C-A0BE-EE905F81836F}" type="pres">
      <dgm:prSet presAssocID="{BC971DAC-9BE2-44B2-ABE4-8099C777E9C4}" presName="sibTrans" presStyleLbl="sibTrans2D1" presStyleIdx="0" presStyleCnt="0"/>
      <dgm:spPr/>
      <dgm:t>
        <a:bodyPr/>
        <a:lstStyle/>
        <a:p>
          <a:endParaRPr lang="en-US"/>
        </a:p>
      </dgm:t>
    </dgm:pt>
    <dgm:pt modelId="{495B68A9-1523-4F46-9B02-682098319643}" type="pres">
      <dgm:prSet presAssocID="{15B1A768-2666-4AB4-BDA7-F0E3C4160D59}" presName="compNode" presStyleCnt="0"/>
      <dgm:spPr/>
    </dgm:pt>
    <dgm:pt modelId="{2CA4BD4C-87EF-4944-9E57-97154B3B633C}" type="pres">
      <dgm:prSet presAssocID="{15B1A768-2666-4AB4-BDA7-F0E3C4160D59}" presName="iconBgRect" presStyleLbl="bgShp" presStyleIdx="2" presStyleCnt="4"/>
      <dgm:spPr/>
    </dgm:pt>
    <dgm:pt modelId="{D99F53AC-3AF2-437B-A5AB-1239ADEC0676}" type="pres">
      <dgm:prSet presAssocID="{15B1A768-2666-4AB4-BDA7-F0E3C4160D5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EB4519A6-2EF6-4A3F-90AD-24C511B10908}" type="pres">
      <dgm:prSet presAssocID="{15B1A768-2666-4AB4-BDA7-F0E3C4160D59}" presName="spaceRect" presStyleCnt="0"/>
      <dgm:spPr/>
    </dgm:pt>
    <dgm:pt modelId="{D203E058-79E0-456E-A0FD-258E317D3D6A}" type="pres">
      <dgm:prSet presAssocID="{15B1A768-2666-4AB4-BDA7-F0E3C4160D59}" presName="textRect" presStyleLbl="revTx" presStyleIdx="2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8F14F3AD-A362-45DF-80F5-2B8D1F566D80}" type="pres">
      <dgm:prSet presAssocID="{72FFCBD4-DD9D-4E06-81E4-54307F97A3F0}" presName="sibTrans" presStyleLbl="sibTrans2D1" presStyleIdx="0" presStyleCnt="0"/>
      <dgm:spPr/>
      <dgm:t>
        <a:bodyPr/>
        <a:lstStyle/>
        <a:p>
          <a:endParaRPr lang="en-US"/>
        </a:p>
      </dgm:t>
    </dgm:pt>
    <dgm:pt modelId="{BDD20EE1-5DFF-4E16-802C-2448893CCB5A}" type="pres">
      <dgm:prSet presAssocID="{3AA5586A-C40E-4DDA-98A5-6545F36F46AB}" presName="compNode" presStyleCnt="0"/>
      <dgm:spPr/>
    </dgm:pt>
    <dgm:pt modelId="{7089FE6B-57E5-4306-8097-E758E000C828}" type="pres">
      <dgm:prSet presAssocID="{3AA5586A-C40E-4DDA-98A5-6545F36F46AB}" presName="iconBgRect" presStyleLbl="bgShp" presStyleIdx="3" presStyleCnt="4"/>
      <dgm:spPr/>
    </dgm:pt>
    <dgm:pt modelId="{41C0BC0F-FFD5-42B5-B952-9316B9364F6F}" type="pres">
      <dgm:prSet presAssocID="{3AA5586A-C40E-4DDA-98A5-6545F36F46A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rtual RealityHeadset"/>
        </a:ext>
      </dgm:extLst>
    </dgm:pt>
    <dgm:pt modelId="{392FDDC2-BC7A-49BF-88A1-7B4956AD8377}" type="pres">
      <dgm:prSet presAssocID="{3AA5586A-C40E-4DDA-98A5-6545F36F46AB}" presName="spaceRect" presStyleCnt="0"/>
      <dgm:spPr/>
    </dgm:pt>
    <dgm:pt modelId="{7703AFE5-FAA2-4D8A-AEFA-D3C5CB41E5BC}" type="pres">
      <dgm:prSet presAssocID="{3AA5586A-C40E-4DDA-98A5-6545F36F46AB}" presName="textRect" presStyleLbl="revTx" presStyleIdx="3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BAD9FDB-1013-4B11-A9AE-2815527D1B78}" srcId="{489A589A-46DE-0F49-B460-E7914F3E440D}" destId="{E39563C5-C199-4F5B-A899-8CC0710341A0}" srcOrd="1" destOrd="0" parTransId="{6531EA77-44C5-4E3D-BA04-70C1E49BCD39}" sibTransId="{BC971DAC-9BE2-44B2-ABE4-8099C777E9C4}"/>
    <dgm:cxn modelId="{6CA71B7B-0F0A-4F9A-A0EC-CFB6FFD8DA98}" type="presOf" srcId="{15B1A768-2666-4AB4-BDA7-F0E3C4160D59}" destId="{D203E058-79E0-456E-A0FD-258E317D3D6A}" srcOrd="0" destOrd="0" presId="urn:microsoft.com/office/officeart/2018/2/layout/IconCircleList"/>
    <dgm:cxn modelId="{08DEC938-538C-403B-80C3-828B96DAFF82}" srcId="{489A589A-46DE-0F49-B460-E7914F3E440D}" destId="{15B1A768-2666-4AB4-BDA7-F0E3C4160D59}" srcOrd="2" destOrd="0" parTransId="{D47033D3-4E41-485A-B515-A02A8C3B404A}" sibTransId="{72FFCBD4-DD9D-4E06-81E4-54307F97A3F0}"/>
    <dgm:cxn modelId="{31C3237C-2299-B649-8C93-587C97AC9999}" srcId="{489A589A-46DE-0F49-B460-E7914F3E440D}" destId="{66039115-797B-304C-9FC0-EFABB1F21232}" srcOrd="0" destOrd="0" parTransId="{C8EABE8F-1E84-494E-AD8A-32BA419A36E9}" sibTransId="{D044F6BA-1D90-EC47-8A78-B9796198ECF5}"/>
    <dgm:cxn modelId="{65F7D3A9-7360-41F2-9288-DC394F90F4EC}" type="presOf" srcId="{3AA5586A-C40E-4DDA-98A5-6545F36F46AB}" destId="{7703AFE5-FAA2-4D8A-AEFA-D3C5CB41E5BC}" srcOrd="0" destOrd="0" presId="urn:microsoft.com/office/officeart/2018/2/layout/IconCircleList"/>
    <dgm:cxn modelId="{119FEAF1-383D-4740-9124-CC9EEA7E35F9}" srcId="{489A589A-46DE-0F49-B460-E7914F3E440D}" destId="{3AA5586A-C40E-4DDA-98A5-6545F36F46AB}" srcOrd="3" destOrd="0" parTransId="{ABF44FB7-9255-4D99-BC69-3BE74FDF8E87}" sibTransId="{19FB306E-81B4-4F3F-99EE-765120CBB6B3}"/>
    <dgm:cxn modelId="{3682502D-BD4B-4C8B-B999-4FE14243DA2F}" type="presOf" srcId="{E39563C5-C199-4F5B-A899-8CC0710341A0}" destId="{523C7F31-A7C1-43C9-AE27-AAE9100EE1FE}" srcOrd="0" destOrd="0" presId="urn:microsoft.com/office/officeart/2018/2/layout/IconCircleList"/>
    <dgm:cxn modelId="{C2028414-4E44-4009-9619-A3329463EBE6}" type="presOf" srcId="{66039115-797B-304C-9FC0-EFABB1F21232}" destId="{E05AF25A-E676-44EA-BB66-F2100ACAD1CB}" srcOrd="0" destOrd="0" presId="urn:microsoft.com/office/officeart/2018/2/layout/IconCircleList"/>
    <dgm:cxn modelId="{F500F212-B1E8-4177-88EB-379FE553E567}" type="presOf" srcId="{BC971DAC-9BE2-44B2-ABE4-8099C777E9C4}" destId="{CEB8DC13-2561-455C-A0BE-EE905F81836F}" srcOrd="0" destOrd="0" presId="urn:microsoft.com/office/officeart/2018/2/layout/IconCircleList"/>
    <dgm:cxn modelId="{9AA16E9C-4C36-43A5-A786-66256F4B87CC}" type="presOf" srcId="{D044F6BA-1D90-EC47-8A78-B9796198ECF5}" destId="{BB1D33AA-C75A-465A-93F0-2B3A7346088F}" srcOrd="0" destOrd="0" presId="urn:microsoft.com/office/officeart/2018/2/layout/IconCircleList"/>
    <dgm:cxn modelId="{0D34FCB2-3F4C-42A6-BB2D-60FA9564F405}" type="presOf" srcId="{489A589A-46DE-0F49-B460-E7914F3E440D}" destId="{B80C9CF3-C6BB-48D7-8AE1-5002D62D3761}" srcOrd="0" destOrd="0" presId="urn:microsoft.com/office/officeart/2018/2/layout/IconCircleList"/>
    <dgm:cxn modelId="{72DB18FF-BDCF-4526-AB7E-380701B71043}" type="presOf" srcId="{72FFCBD4-DD9D-4E06-81E4-54307F97A3F0}" destId="{8F14F3AD-A362-45DF-80F5-2B8D1F566D80}" srcOrd="0" destOrd="0" presId="urn:microsoft.com/office/officeart/2018/2/layout/IconCircleList"/>
    <dgm:cxn modelId="{BF36CAD1-B688-447E-A701-12D1A5EB1C61}" type="presParOf" srcId="{B80C9CF3-C6BB-48D7-8AE1-5002D62D3761}" destId="{326FDCF2-F375-4C3F-9814-C84BA9388F92}" srcOrd="0" destOrd="0" presId="urn:microsoft.com/office/officeart/2018/2/layout/IconCircleList"/>
    <dgm:cxn modelId="{FBFDC197-07BE-4C6F-83B2-02194176B69E}" type="presParOf" srcId="{326FDCF2-F375-4C3F-9814-C84BA9388F92}" destId="{174069BD-8FE1-41A2-8250-6A5514FE224C}" srcOrd="0" destOrd="0" presId="urn:microsoft.com/office/officeart/2018/2/layout/IconCircleList"/>
    <dgm:cxn modelId="{C5F01509-F7BC-425F-B296-A98C860A07F3}" type="presParOf" srcId="{174069BD-8FE1-41A2-8250-6A5514FE224C}" destId="{5E340066-1B2E-4C4E-80A2-97E86ABFA479}" srcOrd="0" destOrd="0" presId="urn:microsoft.com/office/officeart/2018/2/layout/IconCircleList"/>
    <dgm:cxn modelId="{6798BD59-DB22-44F4-9499-B795ECC6FB92}" type="presParOf" srcId="{174069BD-8FE1-41A2-8250-6A5514FE224C}" destId="{F55B2F71-E638-412C-8147-FC7081E08B04}" srcOrd="1" destOrd="0" presId="urn:microsoft.com/office/officeart/2018/2/layout/IconCircleList"/>
    <dgm:cxn modelId="{8ED6BB7E-069D-4BD0-874A-A765097C6426}" type="presParOf" srcId="{174069BD-8FE1-41A2-8250-6A5514FE224C}" destId="{5CDA7D5A-F452-463F-998B-177A76E8C08F}" srcOrd="2" destOrd="0" presId="urn:microsoft.com/office/officeart/2018/2/layout/IconCircleList"/>
    <dgm:cxn modelId="{6FA12472-3D68-4E1C-81AF-02DC5B01E334}" type="presParOf" srcId="{174069BD-8FE1-41A2-8250-6A5514FE224C}" destId="{E05AF25A-E676-44EA-BB66-F2100ACAD1CB}" srcOrd="3" destOrd="0" presId="urn:microsoft.com/office/officeart/2018/2/layout/IconCircleList"/>
    <dgm:cxn modelId="{2E917479-9046-4584-8A6D-BEC73C11FC76}" type="presParOf" srcId="{326FDCF2-F375-4C3F-9814-C84BA9388F92}" destId="{BB1D33AA-C75A-465A-93F0-2B3A7346088F}" srcOrd="1" destOrd="0" presId="urn:microsoft.com/office/officeart/2018/2/layout/IconCircleList"/>
    <dgm:cxn modelId="{A0B340C2-CAB3-4AD7-B651-672DD667AAD7}" type="presParOf" srcId="{326FDCF2-F375-4C3F-9814-C84BA9388F92}" destId="{D641F504-B527-445D-81F6-4B59E813C4A0}" srcOrd="2" destOrd="0" presId="urn:microsoft.com/office/officeart/2018/2/layout/IconCircleList"/>
    <dgm:cxn modelId="{FBFE3BE7-5577-4A5D-85CC-215287D3D6AD}" type="presParOf" srcId="{D641F504-B527-445D-81F6-4B59E813C4A0}" destId="{75512A68-FA50-4392-A441-C6EC352FE606}" srcOrd="0" destOrd="0" presId="urn:microsoft.com/office/officeart/2018/2/layout/IconCircleList"/>
    <dgm:cxn modelId="{E2CE3B82-49EF-49C5-869E-0F82B174F9E9}" type="presParOf" srcId="{D641F504-B527-445D-81F6-4B59E813C4A0}" destId="{C425A8E1-258A-4D4B-9D55-24376C0AB360}" srcOrd="1" destOrd="0" presId="urn:microsoft.com/office/officeart/2018/2/layout/IconCircleList"/>
    <dgm:cxn modelId="{FE67C476-DCF9-4F8A-ACDB-300B11852414}" type="presParOf" srcId="{D641F504-B527-445D-81F6-4B59E813C4A0}" destId="{9E9B2F2E-EF94-42A4-A2BE-0DEE20425DEE}" srcOrd="2" destOrd="0" presId="urn:microsoft.com/office/officeart/2018/2/layout/IconCircleList"/>
    <dgm:cxn modelId="{4CA023EA-A382-4DD9-9FA1-18E0D66061BD}" type="presParOf" srcId="{D641F504-B527-445D-81F6-4B59E813C4A0}" destId="{523C7F31-A7C1-43C9-AE27-AAE9100EE1FE}" srcOrd="3" destOrd="0" presId="urn:microsoft.com/office/officeart/2018/2/layout/IconCircleList"/>
    <dgm:cxn modelId="{26A45859-BDA1-42A1-B72D-E642F4519323}" type="presParOf" srcId="{326FDCF2-F375-4C3F-9814-C84BA9388F92}" destId="{CEB8DC13-2561-455C-A0BE-EE905F81836F}" srcOrd="3" destOrd="0" presId="urn:microsoft.com/office/officeart/2018/2/layout/IconCircleList"/>
    <dgm:cxn modelId="{9A1A1CE7-53B9-4F66-85DD-738EBE878B5F}" type="presParOf" srcId="{326FDCF2-F375-4C3F-9814-C84BA9388F92}" destId="{495B68A9-1523-4F46-9B02-682098319643}" srcOrd="4" destOrd="0" presId="urn:microsoft.com/office/officeart/2018/2/layout/IconCircleList"/>
    <dgm:cxn modelId="{51E1DD61-7673-4090-B8AB-CF4901AEC858}" type="presParOf" srcId="{495B68A9-1523-4F46-9B02-682098319643}" destId="{2CA4BD4C-87EF-4944-9E57-97154B3B633C}" srcOrd="0" destOrd="0" presId="urn:microsoft.com/office/officeart/2018/2/layout/IconCircleList"/>
    <dgm:cxn modelId="{747A4180-A006-422E-B421-0130C380E284}" type="presParOf" srcId="{495B68A9-1523-4F46-9B02-682098319643}" destId="{D99F53AC-3AF2-437B-A5AB-1239ADEC0676}" srcOrd="1" destOrd="0" presId="urn:microsoft.com/office/officeart/2018/2/layout/IconCircleList"/>
    <dgm:cxn modelId="{2B3206DF-6911-4471-9CE4-6E444117F923}" type="presParOf" srcId="{495B68A9-1523-4F46-9B02-682098319643}" destId="{EB4519A6-2EF6-4A3F-90AD-24C511B10908}" srcOrd="2" destOrd="0" presId="urn:microsoft.com/office/officeart/2018/2/layout/IconCircleList"/>
    <dgm:cxn modelId="{BFF8DE16-9137-451C-BFC4-D4EE82781F8E}" type="presParOf" srcId="{495B68A9-1523-4F46-9B02-682098319643}" destId="{D203E058-79E0-456E-A0FD-258E317D3D6A}" srcOrd="3" destOrd="0" presId="urn:microsoft.com/office/officeart/2018/2/layout/IconCircleList"/>
    <dgm:cxn modelId="{F6DE935E-6528-4A29-9FE2-2236A11FA3B5}" type="presParOf" srcId="{326FDCF2-F375-4C3F-9814-C84BA9388F92}" destId="{8F14F3AD-A362-45DF-80F5-2B8D1F566D80}" srcOrd="5" destOrd="0" presId="urn:microsoft.com/office/officeart/2018/2/layout/IconCircleList"/>
    <dgm:cxn modelId="{1E564FA9-F723-4479-8013-22D1426128B6}" type="presParOf" srcId="{326FDCF2-F375-4C3F-9814-C84BA9388F92}" destId="{BDD20EE1-5DFF-4E16-802C-2448893CCB5A}" srcOrd="6" destOrd="0" presId="urn:microsoft.com/office/officeart/2018/2/layout/IconCircleList"/>
    <dgm:cxn modelId="{794FF77C-CF66-43A6-AFF0-913CEF2D0C2A}" type="presParOf" srcId="{BDD20EE1-5DFF-4E16-802C-2448893CCB5A}" destId="{7089FE6B-57E5-4306-8097-E758E000C828}" srcOrd="0" destOrd="0" presId="urn:microsoft.com/office/officeart/2018/2/layout/IconCircleList"/>
    <dgm:cxn modelId="{091EE8DB-F92B-4CB3-ABD6-FFEB56B07A8B}" type="presParOf" srcId="{BDD20EE1-5DFF-4E16-802C-2448893CCB5A}" destId="{41C0BC0F-FFD5-42B5-B952-9316B9364F6F}" srcOrd="1" destOrd="0" presId="urn:microsoft.com/office/officeart/2018/2/layout/IconCircleList"/>
    <dgm:cxn modelId="{DAE7DE5D-0787-4DCA-83CB-B15B42A3D0EC}" type="presParOf" srcId="{BDD20EE1-5DFF-4E16-802C-2448893CCB5A}" destId="{392FDDC2-BC7A-49BF-88A1-7B4956AD8377}" srcOrd="2" destOrd="0" presId="urn:microsoft.com/office/officeart/2018/2/layout/IconCircleList"/>
    <dgm:cxn modelId="{03A77C2B-16FB-486D-9C1B-3FF393F2E432}" type="presParOf" srcId="{BDD20EE1-5DFF-4E16-802C-2448893CCB5A}" destId="{7703AFE5-FAA2-4D8A-AEFA-D3C5CB41E5B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5B76ED-C686-4E97-9A28-74231B4FDDD1}" type="doc">
      <dgm:prSet loTypeId="urn:microsoft.com/office/officeart/2009/3/layout/CircleRelationship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388C4F7-DD86-40E4-BA83-6838C8E845B2}">
      <dgm:prSet phldrT="[Text]" custT="1"/>
      <dgm:spPr/>
      <dgm:t>
        <a:bodyPr/>
        <a:lstStyle/>
        <a:p>
          <a:r>
            <a:rPr lang="en-US" sz="1800" b="1" dirty="0" smtClean="0"/>
            <a:t>Plastic Detection system</a:t>
          </a:r>
          <a:endParaRPr lang="en-US" sz="1800" b="1" dirty="0"/>
        </a:p>
      </dgm:t>
    </dgm:pt>
    <dgm:pt modelId="{4F4EFEB2-AE6B-4B4E-A388-E726479684C1}" type="parTrans" cxnId="{FDEC3F6B-F860-4E8B-8B14-455DBFCFBFB4}">
      <dgm:prSet/>
      <dgm:spPr/>
      <dgm:t>
        <a:bodyPr/>
        <a:lstStyle/>
        <a:p>
          <a:endParaRPr lang="en-US"/>
        </a:p>
      </dgm:t>
    </dgm:pt>
    <dgm:pt modelId="{BEE196C3-EEB3-4935-976F-A713EF603EEA}" type="sibTrans" cxnId="{FDEC3F6B-F860-4E8B-8B14-455DBFCFBFB4}">
      <dgm:prSet/>
      <dgm:spPr/>
      <dgm:t>
        <a:bodyPr/>
        <a:lstStyle/>
        <a:p>
          <a:endParaRPr lang="en-US"/>
        </a:p>
      </dgm:t>
    </dgm:pt>
    <dgm:pt modelId="{27C8F191-CB8B-4A89-9EDF-D94B6E4ADC92}">
      <dgm:prSet phldrT="[Text]" custT="1"/>
      <dgm:spPr/>
      <dgm:t>
        <a:bodyPr/>
        <a:lstStyle/>
        <a:p>
          <a:r>
            <a:rPr lang="en-US" sz="1600" b="1" dirty="0" smtClean="0">
              <a:latin typeface="Agency FB" panose="020B0503020202020204" pitchFamily="34" charset="0"/>
            </a:rPr>
            <a:t>Image capture </a:t>
          </a:r>
        </a:p>
        <a:p>
          <a:r>
            <a:rPr lang="en-US" sz="1600" b="1" dirty="0" smtClean="0">
              <a:latin typeface="Agency FB" panose="020B0503020202020204" pitchFamily="34" charset="0"/>
            </a:rPr>
            <a:t>ESP32-cam</a:t>
          </a:r>
          <a:endParaRPr lang="en-US" sz="1600" b="1" dirty="0">
            <a:latin typeface="Agency FB" panose="020B0503020202020204" pitchFamily="34" charset="0"/>
          </a:endParaRPr>
        </a:p>
      </dgm:t>
    </dgm:pt>
    <dgm:pt modelId="{8EFDF7C7-310E-4ED5-B739-2186FB69ED8A}" type="parTrans" cxnId="{4E26289A-3825-4A9C-991F-8AB8A7EFD597}">
      <dgm:prSet/>
      <dgm:spPr/>
      <dgm:t>
        <a:bodyPr/>
        <a:lstStyle/>
        <a:p>
          <a:endParaRPr lang="en-US"/>
        </a:p>
      </dgm:t>
    </dgm:pt>
    <dgm:pt modelId="{755F5D09-ECCD-4FC5-B350-FED951F57983}" type="sibTrans" cxnId="{4E26289A-3825-4A9C-991F-8AB8A7EFD597}">
      <dgm:prSet/>
      <dgm:spPr/>
      <dgm:t>
        <a:bodyPr/>
        <a:lstStyle/>
        <a:p>
          <a:endParaRPr lang="en-US"/>
        </a:p>
      </dgm:t>
    </dgm:pt>
    <dgm:pt modelId="{AEFF5EA2-6931-4098-96C8-31AE53CB425B}">
      <dgm:prSet phldrT="[Text]" custT="1"/>
      <dgm:spPr/>
      <dgm:t>
        <a:bodyPr/>
        <a:lstStyle/>
        <a:p>
          <a:r>
            <a:rPr lang="en-US" sz="1800" b="1" dirty="0"/>
            <a:t>Automation</a:t>
          </a:r>
          <a:endParaRPr lang="en-US" sz="1200" b="1" dirty="0"/>
        </a:p>
      </dgm:t>
    </dgm:pt>
    <dgm:pt modelId="{AC52CE11-07EF-42A7-A67A-2231908FD231}" type="parTrans" cxnId="{2D96128D-55F5-4B46-B071-9EA8CDCA9DCD}">
      <dgm:prSet/>
      <dgm:spPr/>
      <dgm:t>
        <a:bodyPr/>
        <a:lstStyle/>
        <a:p>
          <a:endParaRPr lang="en-US"/>
        </a:p>
      </dgm:t>
    </dgm:pt>
    <dgm:pt modelId="{FB25E557-3597-4AEA-B1FC-EA99A632BFB1}" type="sibTrans" cxnId="{2D96128D-55F5-4B46-B071-9EA8CDCA9DCD}">
      <dgm:prSet/>
      <dgm:spPr/>
      <dgm:t>
        <a:bodyPr/>
        <a:lstStyle/>
        <a:p>
          <a:endParaRPr lang="en-US"/>
        </a:p>
      </dgm:t>
    </dgm:pt>
    <dgm:pt modelId="{EC323DFF-E2DA-4381-8948-5F3D2CD82207}" type="pres">
      <dgm:prSet presAssocID="{BE5B76ED-C686-4E97-9A28-74231B4FDDD1}" presName="Name0" presStyleCnt="0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A6EEB127-C2F5-4C0D-B108-CC2B3F78F4F1}" type="pres">
      <dgm:prSet presAssocID="{B388C4F7-DD86-40E4-BA83-6838C8E845B2}" presName="Parent" presStyleLbl="node0" presStyleIdx="0" presStyleCnt="1">
        <dgm:presLayoutVars>
          <dgm:chMax val="5"/>
          <dgm:chPref val="5"/>
        </dgm:presLayoutVars>
      </dgm:prSet>
      <dgm:spPr/>
      <dgm:t>
        <a:bodyPr/>
        <a:lstStyle/>
        <a:p>
          <a:endParaRPr lang="en-US"/>
        </a:p>
      </dgm:t>
    </dgm:pt>
    <dgm:pt modelId="{8A0FF0D8-0AF7-44A4-833E-7EA23A507B5A}" type="pres">
      <dgm:prSet presAssocID="{B388C4F7-DD86-40E4-BA83-6838C8E845B2}" presName="Accent1" presStyleLbl="node1" presStyleIdx="0" presStyleCnt="13"/>
      <dgm:spPr/>
    </dgm:pt>
    <dgm:pt modelId="{F988BAF3-9DE2-4A25-84FE-B7C476401BC3}" type="pres">
      <dgm:prSet presAssocID="{B388C4F7-DD86-40E4-BA83-6838C8E845B2}" presName="Accent2" presStyleLbl="node1" presStyleIdx="1" presStyleCnt="13"/>
      <dgm:spPr/>
    </dgm:pt>
    <dgm:pt modelId="{6288D093-07AF-4EEB-B57C-FB5DA4420E30}" type="pres">
      <dgm:prSet presAssocID="{B388C4F7-DD86-40E4-BA83-6838C8E845B2}" presName="Accent3" presStyleLbl="node1" presStyleIdx="2" presStyleCnt="13"/>
      <dgm:spPr/>
    </dgm:pt>
    <dgm:pt modelId="{099685E2-34CD-4723-A342-ED2D0CA22ECA}" type="pres">
      <dgm:prSet presAssocID="{B388C4F7-DD86-40E4-BA83-6838C8E845B2}" presName="Accent4" presStyleLbl="node1" presStyleIdx="3" presStyleCnt="13"/>
      <dgm:spPr/>
    </dgm:pt>
    <dgm:pt modelId="{282F7230-9226-4387-9620-3DC67223F95C}" type="pres">
      <dgm:prSet presAssocID="{B388C4F7-DD86-40E4-BA83-6838C8E845B2}" presName="Accent5" presStyleLbl="node1" presStyleIdx="4" presStyleCnt="13"/>
      <dgm:spPr/>
    </dgm:pt>
    <dgm:pt modelId="{2682D7C4-37F7-4CA1-B102-AED7627E9C93}" type="pres">
      <dgm:prSet presAssocID="{B388C4F7-DD86-40E4-BA83-6838C8E845B2}" presName="Accent6" presStyleLbl="node1" presStyleIdx="5" presStyleCnt="13"/>
      <dgm:spPr/>
    </dgm:pt>
    <dgm:pt modelId="{CCDD2561-1FC5-4EA6-AD90-3ADAF62A41D1}" type="pres">
      <dgm:prSet presAssocID="{27C8F191-CB8B-4A89-9EDF-D94B6E4ADC92}" presName="Child1" presStyleLbl="node1" presStyleIdx="6" presStyleCnt="13" custScaleX="142765" custScaleY="142765" custLinFactNeighborX="-13611" custLinFactNeighborY="-2091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DD36342D-1CB9-480B-9443-592ECACCB1B2}" type="pres">
      <dgm:prSet presAssocID="{27C8F191-CB8B-4A89-9EDF-D94B6E4ADC92}" presName="Accent7" presStyleCnt="0"/>
      <dgm:spPr/>
    </dgm:pt>
    <dgm:pt modelId="{2470B0FE-F3CE-48F3-AE82-73016C487D68}" type="pres">
      <dgm:prSet presAssocID="{27C8F191-CB8B-4A89-9EDF-D94B6E4ADC92}" presName="AccentHold1" presStyleLbl="node1" presStyleIdx="7" presStyleCnt="13"/>
      <dgm:spPr/>
    </dgm:pt>
    <dgm:pt modelId="{1C5C821B-7AF3-4B1C-B3FE-45A337B82741}" type="pres">
      <dgm:prSet presAssocID="{27C8F191-CB8B-4A89-9EDF-D94B6E4ADC92}" presName="Accent8" presStyleCnt="0"/>
      <dgm:spPr/>
    </dgm:pt>
    <dgm:pt modelId="{48BC9D73-B86D-4378-970E-5CD650E31618}" type="pres">
      <dgm:prSet presAssocID="{27C8F191-CB8B-4A89-9EDF-D94B6E4ADC92}" presName="AccentHold2" presStyleLbl="node1" presStyleIdx="8" presStyleCnt="13"/>
      <dgm:spPr/>
    </dgm:pt>
    <dgm:pt modelId="{EB301C3D-F1F9-4A72-AC54-827EBC1AD812}" type="pres">
      <dgm:prSet presAssocID="{AEFF5EA2-6931-4098-96C8-31AE53CB425B}" presName="Child2" presStyleLbl="node1" presStyleIdx="9" presStyleCnt="13" custScaleX="155423" custScaleY="155423" custLinFactNeighborX="22013" custLinFactNeighborY="-5070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6B30F03A-93BA-441A-ABF4-25C2455DF7C0}" type="pres">
      <dgm:prSet presAssocID="{AEFF5EA2-6931-4098-96C8-31AE53CB425B}" presName="Accent9" presStyleCnt="0"/>
      <dgm:spPr/>
    </dgm:pt>
    <dgm:pt modelId="{0DF8FB3E-B0B0-40D8-B039-0C7B496BBA97}" type="pres">
      <dgm:prSet presAssocID="{AEFF5EA2-6931-4098-96C8-31AE53CB425B}" presName="AccentHold1" presStyleLbl="node1" presStyleIdx="10" presStyleCnt="13"/>
      <dgm:spPr/>
    </dgm:pt>
    <dgm:pt modelId="{37FA1CD0-A7DC-4E74-BDC2-224405012EB0}" type="pres">
      <dgm:prSet presAssocID="{AEFF5EA2-6931-4098-96C8-31AE53CB425B}" presName="Accent10" presStyleCnt="0"/>
      <dgm:spPr/>
    </dgm:pt>
    <dgm:pt modelId="{022614F8-042B-41CB-A6A7-8094C903EB2F}" type="pres">
      <dgm:prSet presAssocID="{AEFF5EA2-6931-4098-96C8-31AE53CB425B}" presName="AccentHold2" presStyleLbl="node1" presStyleIdx="11" presStyleCnt="13"/>
      <dgm:spPr/>
    </dgm:pt>
    <dgm:pt modelId="{BA4661A9-DFAB-468E-97BE-F29D08FF69A9}" type="pres">
      <dgm:prSet presAssocID="{AEFF5EA2-6931-4098-96C8-31AE53CB425B}" presName="Accent11" presStyleCnt="0"/>
      <dgm:spPr/>
    </dgm:pt>
    <dgm:pt modelId="{C85BB588-B4E8-4D50-9280-4D4F2686007C}" type="pres">
      <dgm:prSet presAssocID="{AEFF5EA2-6931-4098-96C8-31AE53CB425B}" presName="AccentHold3" presStyleLbl="node1" presStyleIdx="12" presStyleCnt="13"/>
      <dgm:spPr/>
    </dgm:pt>
  </dgm:ptLst>
  <dgm:cxnLst>
    <dgm:cxn modelId="{FDEC3F6B-F860-4E8B-8B14-455DBFCFBFB4}" srcId="{BE5B76ED-C686-4E97-9A28-74231B4FDDD1}" destId="{B388C4F7-DD86-40E4-BA83-6838C8E845B2}" srcOrd="0" destOrd="0" parTransId="{4F4EFEB2-AE6B-4B4E-A388-E726479684C1}" sibTransId="{BEE196C3-EEB3-4935-976F-A713EF603EEA}"/>
    <dgm:cxn modelId="{873563D0-860F-487F-97A2-E4B8D49A3DAA}" type="presOf" srcId="{B388C4F7-DD86-40E4-BA83-6838C8E845B2}" destId="{A6EEB127-C2F5-4C0D-B108-CC2B3F78F4F1}" srcOrd="0" destOrd="0" presId="urn:microsoft.com/office/officeart/2009/3/layout/CircleRelationship"/>
    <dgm:cxn modelId="{4E26289A-3825-4A9C-991F-8AB8A7EFD597}" srcId="{B388C4F7-DD86-40E4-BA83-6838C8E845B2}" destId="{27C8F191-CB8B-4A89-9EDF-D94B6E4ADC92}" srcOrd="0" destOrd="0" parTransId="{8EFDF7C7-310E-4ED5-B739-2186FB69ED8A}" sibTransId="{755F5D09-ECCD-4FC5-B350-FED951F57983}"/>
    <dgm:cxn modelId="{A3AC16E3-96A0-4DCE-A502-BF3413F7EEBB}" type="presOf" srcId="{BE5B76ED-C686-4E97-9A28-74231B4FDDD1}" destId="{EC323DFF-E2DA-4381-8948-5F3D2CD82207}" srcOrd="0" destOrd="0" presId="urn:microsoft.com/office/officeart/2009/3/layout/CircleRelationship"/>
    <dgm:cxn modelId="{9443D217-9168-4ECF-A563-7C2F4C998EAA}" type="presOf" srcId="{27C8F191-CB8B-4A89-9EDF-D94B6E4ADC92}" destId="{CCDD2561-1FC5-4EA6-AD90-3ADAF62A41D1}" srcOrd="0" destOrd="0" presId="urn:microsoft.com/office/officeart/2009/3/layout/CircleRelationship"/>
    <dgm:cxn modelId="{61F4EB9B-7EBC-4FC4-B727-C4A1C0EF0E59}" type="presOf" srcId="{AEFF5EA2-6931-4098-96C8-31AE53CB425B}" destId="{EB301C3D-F1F9-4A72-AC54-827EBC1AD812}" srcOrd="0" destOrd="0" presId="urn:microsoft.com/office/officeart/2009/3/layout/CircleRelationship"/>
    <dgm:cxn modelId="{2D96128D-55F5-4B46-B071-9EA8CDCA9DCD}" srcId="{B388C4F7-DD86-40E4-BA83-6838C8E845B2}" destId="{AEFF5EA2-6931-4098-96C8-31AE53CB425B}" srcOrd="1" destOrd="0" parTransId="{AC52CE11-07EF-42A7-A67A-2231908FD231}" sibTransId="{FB25E557-3597-4AEA-B1FC-EA99A632BFB1}"/>
    <dgm:cxn modelId="{7D45573C-4EBD-433F-BFA4-B1A529D7A12E}" type="presParOf" srcId="{EC323DFF-E2DA-4381-8948-5F3D2CD82207}" destId="{A6EEB127-C2F5-4C0D-B108-CC2B3F78F4F1}" srcOrd="0" destOrd="0" presId="urn:microsoft.com/office/officeart/2009/3/layout/CircleRelationship"/>
    <dgm:cxn modelId="{F969CC6B-49AF-4CFA-905C-5A439FA65BB3}" type="presParOf" srcId="{EC323DFF-E2DA-4381-8948-5F3D2CD82207}" destId="{8A0FF0D8-0AF7-44A4-833E-7EA23A507B5A}" srcOrd="1" destOrd="0" presId="urn:microsoft.com/office/officeart/2009/3/layout/CircleRelationship"/>
    <dgm:cxn modelId="{0B13118F-EC84-4BBC-B9D4-F016C42736A0}" type="presParOf" srcId="{EC323DFF-E2DA-4381-8948-5F3D2CD82207}" destId="{F988BAF3-9DE2-4A25-84FE-B7C476401BC3}" srcOrd="2" destOrd="0" presId="urn:microsoft.com/office/officeart/2009/3/layout/CircleRelationship"/>
    <dgm:cxn modelId="{5A4C313A-14FE-4D34-9BAF-E781C66DAB07}" type="presParOf" srcId="{EC323DFF-E2DA-4381-8948-5F3D2CD82207}" destId="{6288D093-07AF-4EEB-B57C-FB5DA4420E30}" srcOrd="3" destOrd="0" presId="urn:microsoft.com/office/officeart/2009/3/layout/CircleRelationship"/>
    <dgm:cxn modelId="{D6ACDC7E-1588-4451-A7EF-95F6F8F98E10}" type="presParOf" srcId="{EC323DFF-E2DA-4381-8948-5F3D2CD82207}" destId="{099685E2-34CD-4723-A342-ED2D0CA22ECA}" srcOrd="4" destOrd="0" presId="urn:microsoft.com/office/officeart/2009/3/layout/CircleRelationship"/>
    <dgm:cxn modelId="{BF445524-7631-46A4-A9F8-F7CB08035DDB}" type="presParOf" srcId="{EC323DFF-E2DA-4381-8948-5F3D2CD82207}" destId="{282F7230-9226-4387-9620-3DC67223F95C}" srcOrd="5" destOrd="0" presId="urn:microsoft.com/office/officeart/2009/3/layout/CircleRelationship"/>
    <dgm:cxn modelId="{218BBC07-C0B0-48B2-980B-148E51AEE23B}" type="presParOf" srcId="{EC323DFF-E2DA-4381-8948-5F3D2CD82207}" destId="{2682D7C4-37F7-4CA1-B102-AED7627E9C93}" srcOrd="6" destOrd="0" presId="urn:microsoft.com/office/officeart/2009/3/layout/CircleRelationship"/>
    <dgm:cxn modelId="{AA1E1669-BD7D-411E-94D4-913E8566F654}" type="presParOf" srcId="{EC323DFF-E2DA-4381-8948-5F3D2CD82207}" destId="{CCDD2561-1FC5-4EA6-AD90-3ADAF62A41D1}" srcOrd="7" destOrd="0" presId="urn:microsoft.com/office/officeart/2009/3/layout/CircleRelationship"/>
    <dgm:cxn modelId="{D0F07794-37F8-4175-8296-9725EA64B2E3}" type="presParOf" srcId="{EC323DFF-E2DA-4381-8948-5F3D2CD82207}" destId="{DD36342D-1CB9-480B-9443-592ECACCB1B2}" srcOrd="8" destOrd="0" presId="urn:microsoft.com/office/officeart/2009/3/layout/CircleRelationship"/>
    <dgm:cxn modelId="{8AE7B659-C31F-4F52-9686-C1ABB63B1EA9}" type="presParOf" srcId="{DD36342D-1CB9-480B-9443-592ECACCB1B2}" destId="{2470B0FE-F3CE-48F3-AE82-73016C487D68}" srcOrd="0" destOrd="0" presId="urn:microsoft.com/office/officeart/2009/3/layout/CircleRelationship"/>
    <dgm:cxn modelId="{5834BBB2-34B9-46B9-948C-3BC456B978F5}" type="presParOf" srcId="{EC323DFF-E2DA-4381-8948-5F3D2CD82207}" destId="{1C5C821B-7AF3-4B1C-B3FE-45A337B82741}" srcOrd="9" destOrd="0" presId="urn:microsoft.com/office/officeart/2009/3/layout/CircleRelationship"/>
    <dgm:cxn modelId="{639DABF8-5BDE-484F-A747-33E9F42E376F}" type="presParOf" srcId="{1C5C821B-7AF3-4B1C-B3FE-45A337B82741}" destId="{48BC9D73-B86D-4378-970E-5CD650E31618}" srcOrd="0" destOrd="0" presId="urn:microsoft.com/office/officeart/2009/3/layout/CircleRelationship"/>
    <dgm:cxn modelId="{318F3B25-56D7-4CD3-80CD-4ECF6ABE9097}" type="presParOf" srcId="{EC323DFF-E2DA-4381-8948-5F3D2CD82207}" destId="{EB301C3D-F1F9-4A72-AC54-827EBC1AD812}" srcOrd="10" destOrd="0" presId="urn:microsoft.com/office/officeart/2009/3/layout/CircleRelationship"/>
    <dgm:cxn modelId="{5F192FAF-AA29-4119-9D75-AAF74B2D984A}" type="presParOf" srcId="{EC323DFF-E2DA-4381-8948-5F3D2CD82207}" destId="{6B30F03A-93BA-441A-ABF4-25C2455DF7C0}" srcOrd="11" destOrd="0" presId="urn:microsoft.com/office/officeart/2009/3/layout/CircleRelationship"/>
    <dgm:cxn modelId="{FF4ED7F3-8BF5-4BCE-8EC2-0B8ACBB19BC4}" type="presParOf" srcId="{6B30F03A-93BA-441A-ABF4-25C2455DF7C0}" destId="{0DF8FB3E-B0B0-40D8-B039-0C7B496BBA97}" srcOrd="0" destOrd="0" presId="urn:microsoft.com/office/officeart/2009/3/layout/CircleRelationship"/>
    <dgm:cxn modelId="{89500581-5988-46A4-9DF9-3A7B84A68823}" type="presParOf" srcId="{EC323DFF-E2DA-4381-8948-5F3D2CD82207}" destId="{37FA1CD0-A7DC-4E74-BDC2-224405012EB0}" srcOrd="12" destOrd="0" presId="urn:microsoft.com/office/officeart/2009/3/layout/CircleRelationship"/>
    <dgm:cxn modelId="{7957AFA6-FEBB-441D-B867-7098C7F0D056}" type="presParOf" srcId="{37FA1CD0-A7DC-4E74-BDC2-224405012EB0}" destId="{022614F8-042B-41CB-A6A7-8094C903EB2F}" srcOrd="0" destOrd="0" presId="urn:microsoft.com/office/officeart/2009/3/layout/CircleRelationship"/>
    <dgm:cxn modelId="{93B1B3BC-398A-43F6-862B-AA461BA776D1}" type="presParOf" srcId="{EC323DFF-E2DA-4381-8948-5F3D2CD82207}" destId="{BA4661A9-DFAB-468E-97BE-F29D08FF69A9}" srcOrd="13" destOrd="0" presId="urn:microsoft.com/office/officeart/2009/3/layout/CircleRelationship"/>
    <dgm:cxn modelId="{063A3997-1101-4FAD-B1B6-AA0965152552}" type="presParOf" srcId="{BA4661A9-DFAB-468E-97BE-F29D08FF69A9}" destId="{C85BB588-B4E8-4D50-9280-4D4F2686007C}" srcOrd="0" destOrd="0" presId="urn:microsoft.com/office/officeart/2009/3/layout/CircleRelationship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340066-1B2E-4C4E-80A2-97E86ABFA479}">
      <dsp:nvSpPr>
        <dsp:cNvPr id="0" name=""/>
        <dsp:cNvSpPr/>
      </dsp:nvSpPr>
      <dsp:spPr>
        <a:xfrm>
          <a:off x="129313" y="735315"/>
          <a:ext cx="779074" cy="7790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5B2F71-E638-412C-8147-FC7081E08B04}">
      <dsp:nvSpPr>
        <dsp:cNvPr id="0" name=""/>
        <dsp:cNvSpPr/>
      </dsp:nvSpPr>
      <dsp:spPr>
        <a:xfrm>
          <a:off x="292918" y="898921"/>
          <a:ext cx="451863" cy="4518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5AF25A-E676-44EA-BB66-F2100ACAD1CB}">
      <dsp:nvSpPr>
        <dsp:cNvPr id="0" name=""/>
        <dsp:cNvSpPr/>
      </dsp:nvSpPr>
      <dsp:spPr>
        <a:xfrm>
          <a:off x="1075332" y="735315"/>
          <a:ext cx="1836390" cy="779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>
              <a:latin typeface="Agency FB" panose="020B0503020202020204" pitchFamily="34" charset="0"/>
            </a:rPr>
            <a:t>Smart </a:t>
          </a:r>
          <a:r>
            <a:rPr lang="en-US" sz="2400" kern="1200" dirty="0" smtClean="0">
              <a:latin typeface="Agency FB" panose="020B0503020202020204" pitchFamily="34" charset="0"/>
            </a:rPr>
            <a:t>Automation</a:t>
          </a:r>
          <a:endParaRPr lang="en-US" sz="2400" kern="1200" dirty="0">
            <a:latin typeface="Agency FB" panose="020B0503020202020204" pitchFamily="34" charset="0"/>
          </a:endParaRPr>
        </a:p>
      </dsp:txBody>
      <dsp:txXfrm>
        <a:off x="1075332" y="735315"/>
        <a:ext cx="1836390" cy="779074"/>
      </dsp:txXfrm>
    </dsp:sp>
    <dsp:sp modelId="{75512A68-FA50-4392-A441-C6EC352FE606}">
      <dsp:nvSpPr>
        <dsp:cNvPr id="0" name=""/>
        <dsp:cNvSpPr/>
      </dsp:nvSpPr>
      <dsp:spPr>
        <a:xfrm>
          <a:off x="3231700" y="735315"/>
          <a:ext cx="779074" cy="7790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25A8E1-258A-4D4B-9D55-24376C0AB360}">
      <dsp:nvSpPr>
        <dsp:cNvPr id="0" name=""/>
        <dsp:cNvSpPr/>
      </dsp:nvSpPr>
      <dsp:spPr>
        <a:xfrm>
          <a:off x="3395305" y="898921"/>
          <a:ext cx="451863" cy="4518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3C7F31-A7C1-43C9-AE27-AAE9100EE1FE}">
      <dsp:nvSpPr>
        <dsp:cNvPr id="0" name=""/>
        <dsp:cNvSpPr/>
      </dsp:nvSpPr>
      <dsp:spPr>
        <a:xfrm>
          <a:off x="4177719" y="735315"/>
          <a:ext cx="1836390" cy="779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Agency FB" panose="020B0503020202020204" pitchFamily="34" charset="0"/>
            </a:rPr>
            <a:t>Plastic detection</a:t>
          </a:r>
          <a:endParaRPr lang="en-US" sz="2400" kern="1200" dirty="0">
            <a:latin typeface="Agency FB" panose="020B0503020202020204" pitchFamily="34" charset="0"/>
          </a:endParaRPr>
        </a:p>
      </dsp:txBody>
      <dsp:txXfrm>
        <a:off x="4177719" y="735315"/>
        <a:ext cx="1836390" cy="779074"/>
      </dsp:txXfrm>
    </dsp:sp>
    <dsp:sp modelId="{2CA4BD4C-87EF-4944-9E57-97154B3B633C}">
      <dsp:nvSpPr>
        <dsp:cNvPr id="0" name=""/>
        <dsp:cNvSpPr/>
      </dsp:nvSpPr>
      <dsp:spPr>
        <a:xfrm>
          <a:off x="129313" y="2134742"/>
          <a:ext cx="779074" cy="7790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9F53AC-3AF2-437B-A5AB-1239ADEC0676}">
      <dsp:nvSpPr>
        <dsp:cNvPr id="0" name=""/>
        <dsp:cNvSpPr/>
      </dsp:nvSpPr>
      <dsp:spPr>
        <a:xfrm>
          <a:off x="292918" y="2298348"/>
          <a:ext cx="451863" cy="4518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03E058-79E0-456E-A0FD-258E317D3D6A}">
      <dsp:nvSpPr>
        <dsp:cNvPr id="0" name=""/>
        <dsp:cNvSpPr/>
      </dsp:nvSpPr>
      <dsp:spPr>
        <a:xfrm>
          <a:off x="1075332" y="2134742"/>
          <a:ext cx="1836390" cy="779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>
              <a:latin typeface="Agency FB" panose="020B0503020202020204" pitchFamily="34" charset="0"/>
            </a:rPr>
            <a:t>Artificial Intelligence</a:t>
          </a:r>
        </a:p>
      </dsp:txBody>
      <dsp:txXfrm>
        <a:off x="1075332" y="2134742"/>
        <a:ext cx="1836390" cy="779074"/>
      </dsp:txXfrm>
    </dsp:sp>
    <dsp:sp modelId="{7089FE6B-57E5-4306-8097-E758E000C828}">
      <dsp:nvSpPr>
        <dsp:cNvPr id="0" name=""/>
        <dsp:cNvSpPr/>
      </dsp:nvSpPr>
      <dsp:spPr>
        <a:xfrm>
          <a:off x="3231700" y="2134742"/>
          <a:ext cx="779074" cy="7790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C0BC0F-FFD5-42B5-B952-9316B9364F6F}">
      <dsp:nvSpPr>
        <dsp:cNvPr id="0" name=""/>
        <dsp:cNvSpPr/>
      </dsp:nvSpPr>
      <dsp:spPr>
        <a:xfrm>
          <a:off x="3395305" y="2298348"/>
          <a:ext cx="451863" cy="4518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03AFE5-FAA2-4D8A-AEFA-D3C5CB41E5BC}">
      <dsp:nvSpPr>
        <dsp:cNvPr id="0" name=""/>
        <dsp:cNvSpPr/>
      </dsp:nvSpPr>
      <dsp:spPr>
        <a:xfrm>
          <a:off x="4177719" y="2134742"/>
          <a:ext cx="1836390" cy="779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Agency FB" panose="020B0503020202020204" pitchFamily="34" charset="0"/>
            </a:rPr>
            <a:t>IOT enabled system</a:t>
          </a:r>
          <a:endParaRPr lang="en-US" sz="2400" kern="1200" dirty="0">
            <a:latin typeface="Agency FB" panose="020B0503020202020204" pitchFamily="34" charset="0"/>
          </a:endParaRPr>
        </a:p>
      </dsp:txBody>
      <dsp:txXfrm>
        <a:off x="4177719" y="2134742"/>
        <a:ext cx="1836390" cy="7790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EEB127-C2F5-4C0D-B108-CC2B3F78F4F1}">
      <dsp:nvSpPr>
        <dsp:cNvPr id="0" name=""/>
        <dsp:cNvSpPr/>
      </dsp:nvSpPr>
      <dsp:spPr>
        <a:xfrm>
          <a:off x="1746397" y="269357"/>
          <a:ext cx="3188953" cy="318888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Plastic Detection system</a:t>
          </a:r>
          <a:endParaRPr lang="en-US" sz="1800" b="1" kern="1200" dirty="0"/>
        </a:p>
      </dsp:txBody>
      <dsp:txXfrm>
        <a:off x="2213408" y="736358"/>
        <a:ext cx="2254931" cy="2254883"/>
      </dsp:txXfrm>
    </dsp:sp>
    <dsp:sp modelId="{8A0FF0D8-0AF7-44A4-833E-7EA23A507B5A}">
      <dsp:nvSpPr>
        <dsp:cNvPr id="0" name=""/>
        <dsp:cNvSpPr/>
      </dsp:nvSpPr>
      <dsp:spPr>
        <a:xfrm>
          <a:off x="3565945" y="124069"/>
          <a:ext cx="354657" cy="35465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988BAF3-9DE2-4A25-84FE-B7C476401BC3}">
      <dsp:nvSpPr>
        <dsp:cNvPr id="0" name=""/>
        <dsp:cNvSpPr/>
      </dsp:nvSpPr>
      <dsp:spPr>
        <a:xfrm>
          <a:off x="2726154" y="3221310"/>
          <a:ext cx="256800" cy="25704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288D093-07AF-4EEB-B57C-FB5DA4420E30}">
      <dsp:nvSpPr>
        <dsp:cNvPr id="0" name=""/>
        <dsp:cNvSpPr/>
      </dsp:nvSpPr>
      <dsp:spPr>
        <a:xfrm>
          <a:off x="5140554" y="1563537"/>
          <a:ext cx="256800" cy="25704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99685E2-34CD-4723-A342-ED2D0CA22ECA}">
      <dsp:nvSpPr>
        <dsp:cNvPr id="0" name=""/>
        <dsp:cNvSpPr/>
      </dsp:nvSpPr>
      <dsp:spPr>
        <a:xfrm>
          <a:off x="3911707" y="3494750"/>
          <a:ext cx="354657" cy="35465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82F7230-9226-4387-9620-3DC67223F95C}">
      <dsp:nvSpPr>
        <dsp:cNvPr id="0" name=""/>
        <dsp:cNvSpPr/>
      </dsp:nvSpPr>
      <dsp:spPr>
        <a:xfrm>
          <a:off x="2799102" y="628106"/>
          <a:ext cx="256800" cy="25704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682D7C4-37F7-4CA1-B102-AED7627E9C93}">
      <dsp:nvSpPr>
        <dsp:cNvPr id="0" name=""/>
        <dsp:cNvSpPr/>
      </dsp:nvSpPr>
      <dsp:spPr>
        <a:xfrm>
          <a:off x="1989557" y="2098495"/>
          <a:ext cx="256800" cy="25704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CDD2561-1FC5-4EA6-AD90-3ADAF62A41D1}">
      <dsp:nvSpPr>
        <dsp:cNvPr id="0" name=""/>
        <dsp:cNvSpPr/>
      </dsp:nvSpPr>
      <dsp:spPr>
        <a:xfrm>
          <a:off x="296359" y="296740"/>
          <a:ext cx="1850887" cy="185029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latin typeface="Agency FB" panose="020B0503020202020204" pitchFamily="34" charset="0"/>
            </a:rPr>
            <a:t>Image capture 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latin typeface="Agency FB" panose="020B0503020202020204" pitchFamily="34" charset="0"/>
            </a:rPr>
            <a:t>ESP32-cam</a:t>
          </a:r>
          <a:endParaRPr lang="en-US" sz="1600" b="1" kern="1200" dirty="0">
            <a:latin typeface="Agency FB" panose="020B0503020202020204" pitchFamily="34" charset="0"/>
          </a:endParaRPr>
        </a:p>
      </dsp:txBody>
      <dsp:txXfrm>
        <a:off x="567415" y="567710"/>
        <a:ext cx="1308775" cy="1308356"/>
      </dsp:txXfrm>
    </dsp:sp>
    <dsp:sp modelId="{2470B0FE-F3CE-48F3-AE82-73016C487D68}">
      <dsp:nvSpPr>
        <dsp:cNvPr id="0" name=""/>
        <dsp:cNvSpPr/>
      </dsp:nvSpPr>
      <dsp:spPr>
        <a:xfrm>
          <a:off x="3207136" y="639282"/>
          <a:ext cx="354657" cy="35465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8BC9D73-B86D-4378-970E-5CD650E31618}">
      <dsp:nvSpPr>
        <dsp:cNvPr id="0" name=""/>
        <dsp:cNvSpPr/>
      </dsp:nvSpPr>
      <dsp:spPr>
        <a:xfrm>
          <a:off x="871615" y="2520948"/>
          <a:ext cx="641111" cy="64112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B301C3D-F1F9-4A72-AC54-827EBC1AD812}">
      <dsp:nvSpPr>
        <dsp:cNvPr id="0" name=""/>
        <dsp:cNvSpPr/>
      </dsp:nvSpPr>
      <dsp:spPr>
        <a:xfrm>
          <a:off x="5188255" y="-124069"/>
          <a:ext cx="2014993" cy="201434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/>
            <a:t>Automation</a:t>
          </a:r>
          <a:endParaRPr lang="en-US" sz="1200" b="1" kern="1200" dirty="0"/>
        </a:p>
      </dsp:txBody>
      <dsp:txXfrm>
        <a:off x="5483344" y="170926"/>
        <a:ext cx="1424815" cy="1424359"/>
      </dsp:txXfrm>
    </dsp:sp>
    <dsp:sp modelId="{0DF8FB3E-B0B0-40D8-B039-0C7B496BBA97}">
      <dsp:nvSpPr>
        <dsp:cNvPr id="0" name=""/>
        <dsp:cNvSpPr/>
      </dsp:nvSpPr>
      <dsp:spPr>
        <a:xfrm>
          <a:off x="4683888" y="1129908"/>
          <a:ext cx="354657" cy="35465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22614F8-042B-41CB-A6A7-8094C903EB2F}">
      <dsp:nvSpPr>
        <dsp:cNvPr id="0" name=""/>
        <dsp:cNvSpPr/>
      </dsp:nvSpPr>
      <dsp:spPr>
        <a:xfrm>
          <a:off x="627862" y="3283896"/>
          <a:ext cx="256800" cy="25704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85BB588-B4E8-4D50-9280-4D4F2686007C}">
      <dsp:nvSpPr>
        <dsp:cNvPr id="0" name=""/>
        <dsp:cNvSpPr/>
      </dsp:nvSpPr>
      <dsp:spPr>
        <a:xfrm>
          <a:off x="3188751" y="2918068"/>
          <a:ext cx="256800" cy="25704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=""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CircleRelationship">
  <dgm:title val=""/>
  <dgm:desc val=""/>
  <dgm:catLst>
    <dgm:cat type="relationship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clrData>
  <dgm:layoutNode name="Name0">
    <dgm:varLst>
      <dgm:chMax val="1"/>
      <dgm:chPref val="1"/>
    </dgm:varLst>
    <dgm:shape xmlns:r="http://schemas.openxmlformats.org/officeDocument/2006/relationships" r:blip="">
      <dgm:adjLst/>
    </dgm:shape>
    <dgm:choose name="Name1">
      <dgm:if name="Name2" axis="ch ch" ptType="node node" func="cnt" op="equ" val="0">
        <dgm:alg type="composite">
          <dgm:param type="ar" val="0.98"/>
        </dgm:alg>
        <dgm:constrLst>
          <dgm:constr type="primFontSz" for="des" ptType="node" op="equ" val="65"/>
          <dgm:constr type="l" for="ch" forName="Parent" refType="w" fact="0"/>
          <dgm:constr type="t" for="ch" forName="Parent" refType="h" fact="0.039"/>
          <dgm:constr type="w" for="ch" forName="Parent" refType="w" fact="0.8734"/>
          <dgm:constr type="h" for="ch" forName="Parent" refType="h" fact="0.856"/>
          <dgm:constr type="l" for="ch" forName="Accent1" refType="w" fact="0.4984"/>
          <dgm:constr type="t" for="ch" forName="Accent1" refType="h" fact="0"/>
          <dgm:constr type="w" for="ch" forName="Accent1" refType="w" fact="0.0972"/>
          <dgm:constr type="h" for="ch" forName="Accent1" refType="h" fact="0.0952"/>
          <dgm:constr type="l" for="ch" forName="Accent2" refType="w" fact="0.2684"/>
          <dgm:constr type="t" for="ch" forName="Accent2" refType="h" fact="0.8314"/>
          <dgm:constr type="w" for="ch" forName="Accent2" refType="w" fact="0.0704"/>
          <dgm:constr type="h" for="ch" forName="Accent2" refType="h" fact="0.069"/>
          <dgm:constr type="l" for="ch" forName="Accent3" refType="w" fact="0.9296"/>
          <dgm:constr type="t" for="ch" forName="Accent3" refType="h" fact="0.3864"/>
          <dgm:constr type="w" for="ch" forName="Accent3" refType="w" fact="0.0704"/>
          <dgm:constr type="h" for="ch" forName="Accent3" refType="h" fact="0.069"/>
          <dgm:constr type="l" for="ch" forName="Accent4" refType="w" fact="0.5931"/>
          <dgm:constr type="t" for="ch" forName="Accent4" refType="h" fact="0.9048"/>
          <dgm:constr type="w" for="ch" forName="Accent4" refType="w" fact="0.0972"/>
          <dgm:constr type="h" for="ch" forName="Accent4" refType="h" fact="0.0952"/>
          <dgm:constr type="l" for="ch" forName="Accent5" refType="w" fact="0.2883"/>
          <dgm:constr type="t" for="ch" forName="Accent5" refType="h" fact="0.1353"/>
          <dgm:constr type="w" for="ch" forName="Accent5" refType="w" fact="0.0704"/>
          <dgm:constr type="h" for="ch" forName="Accent5" refType="h" fact="0.069"/>
          <dgm:constr type="l" for="ch" forName="Accent6" refType="w" fact="0.0666"/>
          <dgm:constr type="t" for="ch" forName="Accent6" refType="h" fact="0.53"/>
          <dgm:constr type="w" for="ch" forName="Accent6" refType="w" fact="0.0704"/>
          <dgm:constr type="h" for="ch" forName="Accent6" refType="h" fact="0.069"/>
        </dgm:constrLst>
      </dgm:if>
      <dgm:if name="Name3" axis="ch ch" ptType="node node" func="cnt" op="equ" val="1">
        <dgm:alg type="composite">
          <dgm:param type="ar" val="1.2476"/>
        </dgm:alg>
        <dgm:constrLst>
          <dgm:constr type="primFontSz" for="des" ptType="node" op="equ" val="65"/>
          <dgm:constr type="l" for="ch" forName="Parent" refType="w" fact="0.2145"/>
          <dgm:constr type="t" for="ch" forName="Parent" refType="h" fact="0.039"/>
          <dgm:constr type="w" for="ch" forName="Parent" refType="w" fact="0.6861"/>
          <dgm:constr type="h" for="ch" forName="Parent" refType="h" fact="0.856"/>
          <dgm:constr type="l" for="ch" forName="Accent8" refType="w" fact="0.0262"/>
          <dgm:constr type="t" for="ch" forName="Accent8" refType="h" fact="0.6434"/>
          <dgm:constr type="w" for="ch" forName="Accent8" refType="w" fact="0.138"/>
          <dgm:constr type="h" for="ch" forName="Accent8" refType="h" fact="0.1721"/>
          <dgm:constr type="l" for="ch" forName="Accent1" refType="w" fact="0.6059"/>
          <dgm:constr type="t" for="ch" forName="Accent1" refType="h" fact="0"/>
          <dgm:constr type="w" for="ch" forName="Accent1" refType="w" fact="0.0763"/>
          <dgm:constr type="h" for="ch" forName="Accent1" refType="h" fact="0.0952"/>
          <dgm:constr type="l" for="ch" forName="Accent2" refType="w" fact="0.4253"/>
          <dgm:constr type="t" for="ch" forName="Accent2" refType="h" fact="0.8314"/>
          <dgm:constr type="w" for="ch" forName="Accent2" refType="w" fact="0.0553"/>
          <dgm:constr type="h" for="ch" forName="Accent2" refType="h" fact="0.069"/>
          <dgm:constr type="l" for="ch" forName="Accent3" refType="w" fact="0.9447"/>
          <dgm:constr type="t" for="ch" forName="Accent3" refType="h" fact="0.3864"/>
          <dgm:constr type="w" for="ch" forName="Accent3" refType="w" fact="0.0553"/>
          <dgm:constr type="h" for="ch" forName="Accent3" refType="h" fact="0.069"/>
          <dgm:constr type="l" for="ch" forName="Child1" refType="w" fact="0"/>
          <dgm:constr type="t" for="ch" forName="Child1" refType="h" fact="0.1935"/>
          <dgm:constr type="w" for="ch" forName="Child1" refType="w" fact="0.2789"/>
          <dgm:constr type="h" for="ch" forName="Child1" refType="h" fact="0.3479"/>
          <dgm:constr type="l" for="ch" forName="Accent4" refType="w" fact="0.6803"/>
          <dgm:constr type="t" for="ch" forName="Accent4" refType="h" fact="0.9048"/>
          <dgm:constr type="w" for="ch" forName="Accent4" refType="w" fact="0.0763"/>
          <dgm:constr type="h" for="ch" forName="Accent4" refType="h" fact="0.0952"/>
          <dgm:constr type="l" for="ch" forName="Accent7" refType="w" fact="0.5287"/>
          <dgm:constr type="t" for="ch" forName="Accent7" refType="h" fact="0.1383"/>
          <dgm:constr type="w" for="ch" forName="Accent7" refType="w" fact="0.0763"/>
          <dgm:constr type="h" for="ch" forName="Accent7" refType="h" fact="0.0952"/>
          <dgm:constr type="l" for="ch" forName="Accent5" refType="w" fact="0.4409"/>
          <dgm:constr type="t" for="ch" forName="Accent5" refType="h" fact="0.1353"/>
          <dgm:constr type="w" for="ch" forName="Accent5" refType="w" fact="0.0553"/>
          <dgm:constr type="h" for="ch" forName="Accent5" refType="h" fact="0.069"/>
          <dgm:constr type="l" for="ch" forName="Accent6" refType="w" fact="0.2668"/>
          <dgm:constr type="t" for="ch" forName="Accent6" refType="h" fact="0.53"/>
          <dgm:constr type="w" for="ch" forName="Accent6" refType="w" fact="0.0553"/>
          <dgm:constr type="h" for="ch" forName="Accent6" refType="h" fact="0.069"/>
        </dgm:constrLst>
      </dgm:if>
      <dgm:if name="Name4" axis="ch ch" ptType="node node" func="cnt" op="equ" val="2">
        <dgm:alg type="composite">
          <dgm:param type="ar" val="1.592"/>
        </dgm:alg>
        <dgm:constrLst>
          <dgm:constr type="primFontSz" for="des" ptType="node" op="equ" val="65"/>
          <dgm:constr type="l" for="ch" forName="Parent" refType="w" fact="0.1886"/>
          <dgm:constr type="t" for="ch" forName="Parent" refType="h" fact="0.039"/>
          <dgm:constr type="w" for="ch" forName="Parent" refType="w" fact="0.5377"/>
          <dgm:constr type="h" for="ch" forName="Parent" refType="h" fact="0.856"/>
          <dgm:constr type="l" for="ch" forName="Accent8" refType="w" fact="0.0411"/>
          <dgm:constr type="t" for="ch" forName="Accent8" refType="h" fact="0.6434"/>
          <dgm:constr type="w" for="ch" forName="Accent8" refType="w" fact="0.1081"/>
          <dgm:constr type="h" for="ch" forName="Accent8" refType="h" fact="0.1721"/>
          <dgm:constr type="l" for="ch" forName="Accent1" refType="w" fact="0.4954"/>
          <dgm:constr type="t" for="ch" forName="Accent1" refType="h" fact="0"/>
          <dgm:constr type="w" for="ch" forName="Accent1" refType="w" fact="0.0598"/>
          <dgm:constr type="h" for="ch" forName="Accent1" refType="h" fact="0.0952"/>
          <dgm:constr type="l" for="ch" forName="Accent2" refType="w" fact="0.3538"/>
          <dgm:constr type="t" for="ch" forName="Accent2" refType="h" fact="0.8314"/>
          <dgm:constr type="w" for="ch" forName="Accent2" refType="w" fact="0.0433"/>
          <dgm:constr type="h" for="ch" forName="Accent2" refType="h" fact="0.069"/>
          <dgm:constr type="l" for="ch" forName="Accent3" refType="w" fact="0.7609"/>
          <dgm:constr type="t" for="ch" forName="Accent3" refType="h" fact="0.3864"/>
          <dgm:constr type="w" for="ch" forName="Accent3" refType="w" fact="0.0433"/>
          <dgm:constr type="h" for="ch" forName="Accent3" refType="h" fact="0.069"/>
          <dgm:constr type="l" for="ch" forName="Accent9" refType="w" fact="0.6839"/>
          <dgm:constr type="t" for="ch" forName="Accent9" refType="h" fact="0.27"/>
          <dgm:constr type="w" for="ch" forName="Accent9" refType="w" fact="0.0598"/>
          <dgm:constr type="h" for="ch" forName="Accent9" refType="h" fact="0.0952"/>
          <dgm:constr type="l" for="ch" forName="Child1" refType="w" fact="0.0206"/>
          <dgm:constr type="t" for="ch" forName="Child1" refType="h" fact="0.1935"/>
          <dgm:constr type="w" for="ch" forName="Child1" refType="w" fact="0.2186"/>
          <dgm:constr type="h" for="ch" forName="Child1" refType="h" fact="0.3479"/>
          <dgm:constr type="l" for="ch" forName="Child2" refType="w" fact="0.7814"/>
          <dgm:constr type="t" for="ch" forName="Child2" refType="h" fact="0.0298"/>
          <dgm:constr type="w" for="ch" forName="Child2" refType="w" fact="0.2186"/>
          <dgm:constr type="h" for="ch" forName="Child2" refType="h" fact="0.3479"/>
          <dgm:constr type="l" for="ch" forName="Accent10" refType="w" fact="0"/>
          <dgm:constr type="t" for="ch" forName="Accent10" refType="h" fact="0.8482"/>
          <dgm:constr type="w" for="ch" forName="Accent10" refType="w" fact="0.0433"/>
          <dgm:constr type="h" for="ch" forName="Accent10" refType="h" fact="0.069"/>
          <dgm:constr type="l" for="ch" forName="Accent11" refType="w" fact="0.4318"/>
          <dgm:constr type="t" for="ch" forName="Accent11" refType="h" fact="0.75"/>
          <dgm:constr type="w" for="ch" forName="Accent11" refType="w" fact="0.0433"/>
          <dgm:constr type="h" for="ch" forName="Accent11" refType="h" fact="0.069"/>
          <dgm:constr type="l" for="ch" forName="Accent7" refType="w" fact="0.4349"/>
          <dgm:constr type="t" for="ch" forName="Accent7" refType="h" fact="0.1383"/>
          <dgm:constr type="w" for="ch" forName="Accent7" refType="w" fact="0.0598"/>
          <dgm:constr type="h" for="ch" forName="Accent7" refType="h" fact="0.0952"/>
          <dgm:constr type="l" for="ch" forName="Accent5" refType="w" fact="0.3661"/>
          <dgm:constr type="t" for="ch" forName="Accent5" refType="h" fact="0.1353"/>
          <dgm:constr type="w" for="ch" forName="Accent5" refType="w" fact="0.0433"/>
          <dgm:constr type="h" for="ch" forName="Accent5" refType="h" fact="0.069"/>
          <dgm:constr type="l" for="ch" forName="Accent6" refType="w" fact="0.2296"/>
          <dgm:constr type="t" for="ch" forName="Accent6" refType="h" fact="0.53"/>
          <dgm:constr type="w" for="ch" forName="Accent6" refType="w" fact="0.0433"/>
          <dgm:constr type="h" for="ch" forName="Accent6" refType="h" fact="0.069"/>
          <dgm:constr type="l" for="ch" forName="Accent4" refType="w" fact="0.5537"/>
          <dgm:constr type="t" for="ch" forName="Accent4" refType="h" fact="0.9048"/>
          <dgm:constr type="w" for="ch" forName="Accent4" refType="w" fact="0.0598"/>
          <dgm:constr type="h" for="ch" forName="Accent4" refType="h" fact="0.0952"/>
        </dgm:constrLst>
      </dgm:if>
      <dgm:if name="Name5" axis="ch ch" ptType="node node" func="cnt" op="equ" val="3">
        <dgm:alg type="composite">
          <dgm:param type="ar" val="1.755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9"/>
          <dgm:constr type="w" for="ch" forName="Parent" refType="w" fact="0.4875"/>
          <dgm:constr type="h" for="ch" forName="Parent" refType="h" fact="0.856"/>
          <dgm:constr type="l" for="ch" forName="Accent8" refType="w" fact="0.0373"/>
          <dgm:constr type="t" for="ch" forName="Accent8" refType="h" fact="0.6434"/>
          <dgm:constr type="w" for="ch" forName="Accent8" refType="w" fact="0.098"/>
          <dgm:constr type="h" for="ch" forName="Accent8" refType="h" fact="0.1721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952"/>
          <dgm:constr type="l" for="ch" forName="Accent2" refType="w" fact="0.3209"/>
          <dgm:constr type="t" for="ch" forName="Accent2" refType="h" fact="0.8314"/>
          <dgm:constr type="w" for="ch" forName="Accent2" refType="w" fact="0.0393"/>
          <dgm:constr type="h" for="ch" forName="Accent2" refType="h" fact="0.069"/>
          <dgm:constr type="l" for="ch" forName="Accent3" refType="w" fact="0.6899"/>
          <dgm:constr type="t" for="ch" forName="Accent3" refType="h" fact="0.3864"/>
          <dgm:constr type="w" for="ch" forName="Accent3" refType="w" fact="0.0393"/>
          <dgm:constr type="h" for="ch" forName="Accent3" refType="h" fact="0.069"/>
          <dgm:constr type="l" for="ch" forName="Accent9" refType="w" fact="0.6201"/>
          <dgm:constr type="t" for="ch" forName="Accent9" refType="h" fact="0.27"/>
          <dgm:constr type="w" for="ch" forName="Accent9" refType="w" fact="0.0542"/>
          <dgm:constr type="h" for="ch" forName="Accent9" refType="h" fact="0.0952"/>
          <dgm:constr type="l" for="ch" forName="Child1" refType="w" fact="0.0186"/>
          <dgm:constr type="t" for="ch" forName="Child1" refType="h" fact="0.1935"/>
          <dgm:constr type="w" for="ch" forName="Child1" refType="w" fact="0.1982"/>
          <dgm:constr type="h" for="ch" forName="Child1" refType="h" fact="0.3479"/>
          <dgm:constr type="l" for="ch" forName="Child2" refType="w" fact="0.7086"/>
          <dgm:constr type="t" for="ch" forName="Child2" refType="h" fact="0.0298"/>
          <dgm:constr type="w" for="ch" forName="Child2" refType="w" fact="0.1982"/>
          <dgm:constr type="h" for="ch" forName="Child2" refType="h" fact="0.3479"/>
          <dgm:constr type="l" for="ch" forName="Child3" refType="w" fact="0.8018"/>
          <dgm:constr type="t" for="ch" forName="Child3" refType="h" fact="0.6312"/>
          <dgm:constr type="w" for="ch" forName="Child3" refType="w" fact="0.1982"/>
          <dgm:constr type="h" for="ch" forName="Child3" refType="h" fact="0.3479"/>
          <dgm:constr type="l" for="ch" forName="Accent12" refType="w" fact="0.7459"/>
          <dgm:constr type="t" for="ch" forName="Accent12" refType="h" fact="0.619"/>
          <dgm:constr type="w" for="ch" forName="Accent12" refType="w" fact="0.0393"/>
          <dgm:constr type="h" for="ch" forName="Accent12" refType="h" fact="0.069"/>
          <dgm:constr type="l" for="ch" forName="Accent4" refType="w" fact="0.5021"/>
          <dgm:constr type="t" for="ch" forName="Accent4" refType="h" fact="0.9048"/>
          <dgm:constr type="w" for="ch" forName="Accent4" refType="w" fact="0.0542"/>
          <dgm:constr type="h" for="ch" forName="Accent4" refType="h" fact="0.0952"/>
          <dgm:constr type="l" for="ch" forName="Accent10" refType="w" fact="0"/>
          <dgm:constr type="t" for="ch" forName="Accent10" refType="h" fact="0.8482"/>
          <dgm:constr type="w" for="ch" forName="Accent10" refType="w" fact="0.0393"/>
          <dgm:constr type="h" for="ch" forName="Accent10" refType="h" fact="0.069"/>
          <dgm:constr type="l" for="ch" forName="Accent11" refType="w" fact="0.3916"/>
          <dgm:constr type="t" for="ch" forName="Accent11" refType="h" fact="0.75"/>
          <dgm:constr type="w" for="ch" forName="Accent11" refType="w" fact="0.0393"/>
          <dgm:constr type="h" for="ch" forName="Accent11" refType="h" fact="0.069"/>
          <dgm:constr type="l" for="ch" forName="Accent7" refType="w" fact="0.3944"/>
          <dgm:constr type="t" for="ch" forName="Accent7" refType="h" fact="0.1383"/>
          <dgm:constr type="w" for="ch" forName="Accent7" refType="w" fact="0.0542"/>
          <dgm:constr type="h" for="ch" forName="Accent7" refType="h" fact="0.0952"/>
          <dgm:constr type="l" for="ch" forName="Accent5" refType="w" fact="0.3319"/>
          <dgm:constr type="t" for="ch" forName="Accent5" refType="h" fact="0.1353"/>
          <dgm:constr type="w" for="ch" forName="Accent5" refType="w" fact="0.0393"/>
          <dgm:constr type="h" for="ch" forName="Accent5" refType="h" fact="0.069"/>
          <dgm:constr type="l" for="ch" forName="Accent6" refType="w" fact="0.2082"/>
          <dgm:constr type="t" for="ch" forName="Accent6" refType="h" fact="0.53"/>
          <dgm:constr type="w" for="ch" forName="Accent6" refType="w" fact="0.0393"/>
          <dgm:constr type="h" for="ch" forName="Accent6" refType="h" fact="0.069"/>
        </dgm:constrLst>
      </dgm:if>
      <dgm:if name="Name6" axis="ch ch" ptType="node node" func="cnt" op="equ" val="4">
        <dgm:alg type="composite">
          <dgm:param type="ar" val="1.3749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06"/>
          <dgm:constr type="w" for="ch" forName="Parent" refType="w" fact="0.4875"/>
          <dgm:constr type="h" for="ch" forName="Parent" refType="h" fact="0.6703"/>
          <dgm:constr type="l" for="ch" forName="Accent8" refType="w" fact="0.0373"/>
          <dgm:constr type="t" for="ch" forName="Accent8" refType="h" fact="0.5038"/>
          <dgm:constr type="w" for="ch" forName="Accent8" refType="w" fact="0.098"/>
          <dgm:constr type="h" for="ch" forName="Accent8" refType="h" fact="0.1348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746"/>
          <dgm:constr type="l" for="ch" forName="Accent2" refType="w" fact="0.3209"/>
          <dgm:constr type="t" for="ch" forName="Accent2" refType="h" fact="0.6511"/>
          <dgm:constr type="w" for="ch" forName="Accent2" refType="w" fact="0.0393"/>
          <dgm:constr type="h" for="ch" forName="Accent2" refType="h" fact="0.054"/>
          <dgm:constr type="l" for="ch" forName="Accent3" refType="w" fact="0.6899"/>
          <dgm:constr type="t" for="ch" forName="Accent3" refType="h" fact="0.3026"/>
          <dgm:constr type="w" for="ch" forName="Accent3" refType="w" fact="0.0393"/>
          <dgm:constr type="h" for="ch" forName="Accent3" refType="h" fact="0.054"/>
          <dgm:constr type="l" for="ch" forName="Accent9" refType="w" fact="0.6201"/>
          <dgm:constr type="t" for="ch" forName="Accent9" refType="h" fact="0.2115"/>
          <dgm:constr type="w" for="ch" forName="Accent9" refType="w" fact="0.0542"/>
          <dgm:constr type="h" for="ch" forName="Accent9" refType="h" fact="0.0746"/>
          <dgm:constr type="l" for="ch" forName="Child1" refType="w" fact="0.0186"/>
          <dgm:constr type="t" for="ch" forName="Child1" refType="h" fact="0.1515"/>
          <dgm:constr type="w" for="ch" forName="Child1" refType="w" fact="0.1982"/>
          <dgm:constr type="h" for="ch" forName="Child1" refType="h" fact="0.2725"/>
          <dgm:constr type="l" for="ch" forName="Child2" refType="w" fact="0.7086"/>
          <dgm:constr type="t" for="ch" forName="Child2" refType="h" fact="0.0233"/>
          <dgm:constr type="w" for="ch" forName="Child2" refType="w" fact="0.1982"/>
          <dgm:constr type="h" for="ch" forName="Child2" refType="h" fact="0.2725"/>
          <dgm:constr type="l" for="ch" forName="Child3" refType="w" fact="0.8018"/>
          <dgm:constr type="t" for="ch" forName="Child3" refType="h" fact="0.4943"/>
          <dgm:constr type="w" for="ch" forName="Child3" refType="w" fact="0.1982"/>
          <dgm:constr type="h" for="ch" forName="Child3" refType="h" fact="0.2725"/>
          <dgm:constr type="l" for="ch" forName="Accent12" refType="w" fact="0.7459"/>
          <dgm:constr type="t" for="ch" forName="Accent12" refType="h" fact="0.4848"/>
          <dgm:constr type="w" for="ch" forName="Accent12" refType="w" fact="0.0393"/>
          <dgm:constr type="h" for="ch" forName="Accent12" refType="h" fact="0.054"/>
          <dgm:constr type="l" for="ch" forName="Accent4" refType="w" fact="0.5021"/>
          <dgm:constr type="t" for="ch" forName="Accent4" refType="h" fact="0.7085"/>
          <dgm:constr type="w" for="ch" forName="Accent4" refType="w" fact="0.0542"/>
          <dgm:constr type="h" for="ch" forName="Accent4" refType="h" fact="0.0746"/>
          <dgm:constr type="l" for="ch" forName="Accent10" refType="w" fact="0"/>
          <dgm:constr type="t" for="ch" forName="Accent10" refType="h" fact="0.6642"/>
          <dgm:constr type="w" for="ch" forName="Accent10" refType="w" fact="0.0393"/>
          <dgm:constr type="h" for="ch" forName="Accent10" refType="h" fact="0.054"/>
          <dgm:constr type="l" for="ch" forName="Accent11" refType="w" fact="0.3916"/>
          <dgm:constr type="t" for="ch" forName="Accent11" refType="h" fact="0.5873"/>
          <dgm:constr type="w" for="ch" forName="Accent11" refType="w" fact="0.0393"/>
          <dgm:constr type="h" for="ch" forName="Accent11" refType="h" fact="0.054"/>
          <dgm:constr type="l" for="ch" forName="Accent7" refType="w" fact="0.3944"/>
          <dgm:constr type="t" for="ch" forName="Accent7" refType="h" fact="0.1083"/>
          <dgm:constr type="w" for="ch" forName="Accent7" refType="w" fact="0.0542"/>
          <dgm:constr type="h" for="ch" forName="Accent7" refType="h" fact="0.0746"/>
          <dgm:constr type="l" for="ch" forName="Accent5" refType="w" fact="0.3319"/>
          <dgm:constr type="t" for="ch" forName="Accent5" refType="h" fact="0.1059"/>
          <dgm:constr type="w" for="ch" forName="Accent5" refType="w" fact="0.0393"/>
          <dgm:constr type="h" for="ch" forName="Accent5" refType="h" fact="0.054"/>
          <dgm:constr type="l" for="ch" forName="Accent6" refType="w" fact="0.2082"/>
          <dgm:constr type="t" for="ch" forName="Accent6" refType="h" fact="0.4151"/>
          <dgm:constr type="w" for="ch" forName="Accent6" refType="w" fact="0.0393"/>
          <dgm:constr type="h" for="ch" forName="Accent6" refType="h" fact="0.054"/>
          <dgm:constr type="l" for="ch" forName="Child4" refType="w" fact="0.2329"/>
          <dgm:constr type="t" for="ch" forName="Child4" refType="h" fact="0.7275"/>
          <dgm:constr type="w" for="ch" forName="Child4" refType="w" fact="0.1982"/>
          <dgm:constr type="h" for="ch" forName="Child4" refType="h" fact="0.2725"/>
          <dgm:constr type="l" for="ch" forName="Accent13" refType="w" fact="0.4099"/>
          <dgm:constr type="t" for="ch" forName="Accent13" refType="h" fact="0.7183"/>
          <dgm:constr type="w" for="ch" forName="Accent13" refType="w" fact="0.0393"/>
          <dgm:constr type="h" for="ch" forName="Accent13" refType="h" fact="0.054"/>
        </dgm:constrLst>
      </dgm:if>
      <dgm:else name="Name7">
        <dgm:alg type="composite">
          <dgm:param type="ar" val="1.147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1907"/>
          <dgm:constr type="w" for="ch" forName="Parent" refType="w" fact="0.4875"/>
          <dgm:constr type="h" for="ch" forName="Parent" refType="h" fact="0.5596"/>
          <dgm:constr type="l" for="ch" forName="Accent8" refType="w" fact="0.0373"/>
          <dgm:constr type="t" for="ch" forName="Accent8" refType="h" fact="0.5858"/>
          <dgm:constr type="w" for="ch" forName="Accent8" refType="w" fact="0.098"/>
          <dgm:constr type="h" for="ch" forName="Accent8" refType="h" fact="0.1125"/>
          <dgm:constr type="l" for="ch" forName="Accent1" refType="w" fact="0.4492"/>
          <dgm:constr type="t" for="ch" forName="Accent1" refType="h" fact="0.1652"/>
          <dgm:constr type="w" for="ch" forName="Accent1" refType="w" fact="0.0542"/>
          <dgm:constr type="h" for="ch" forName="Accent1" refType="h" fact="0.0623"/>
          <dgm:constr type="l" for="ch" forName="Accent2" refType="w" fact="0.3209"/>
          <dgm:constr type="t" for="ch" forName="Accent2" refType="h" fact="0.7087"/>
          <dgm:constr type="w" for="ch" forName="Accent2" refType="w" fact="0.0393"/>
          <dgm:constr type="h" for="ch" forName="Accent2" refType="h" fact="0.0451"/>
          <dgm:constr type="l" for="ch" forName="Accent3" refType="w" fact="0.6899"/>
          <dgm:constr type="t" for="ch" forName="Accent3" refType="h" fact="0.4178"/>
          <dgm:constr type="w" for="ch" forName="Accent3" refType="w" fact="0.0393"/>
          <dgm:constr type="h" for="ch" forName="Accent3" refType="h" fact="0.0451"/>
          <dgm:constr type="l" for="ch" forName="Accent9" refType="w" fact="0.6201"/>
          <dgm:constr type="t" for="ch" forName="Accent9" refType="h" fact="0.3417"/>
          <dgm:constr type="w" for="ch" forName="Accent9" refType="w" fact="0.0542"/>
          <dgm:constr type="h" for="ch" forName="Accent9" refType="h" fact="0.0623"/>
          <dgm:constr type="l" for="ch" forName="Child1" refType="w" fact="0.0186"/>
          <dgm:constr type="t" for="ch" forName="Child1" refType="h" fact="0.2917"/>
          <dgm:constr type="w" for="ch" forName="Child1" refType="w" fact="0.1982"/>
          <dgm:constr type="h" for="ch" forName="Child1" refType="h" fact="0.2275"/>
          <dgm:constr type="l" for="ch" forName="Child2" refType="w" fact="0.7086"/>
          <dgm:constr type="t" for="ch" forName="Child2" refType="h" fact="0.1847"/>
          <dgm:constr type="w" for="ch" forName="Child2" refType="w" fact="0.1982"/>
          <dgm:constr type="h" for="ch" forName="Child2" refType="h" fact="0.2275"/>
          <dgm:constr type="l" for="ch" forName="Child3" refType="w" fact="0.8018"/>
          <dgm:constr type="t" for="ch" forName="Child3" refType="h" fact="0.5778"/>
          <dgm:constr type="w" for="ch" forName="Child3" refType="w" fact="0.1982"/>
          <dgm:constr type="h" for="ch" forName="Child3" refType="h" fact="0.2275"/>
          <dgm:constr type="l" for="ch" forName="Accent12" refType="w" fact="0.7459"/>
          <dgm:constr type="t" for="ch" forName="Accent12" refType="h" fact="0.5699"/>
          <dgm:constr type="w" for="ch" forName="Accent12" refType="w" fact="0.0393"/>
          <dgm:constr type="h" for="ch" forName="Accent12" refType="h" fact="0.0451"/>
          <dgm:constr type="l" for="ch" forName="Accent4" refType="w" fact="0.5021"/>
          <dgm:constr type="t" for="ch" forName="Accent4" refType="h" fact="0.7567"/>
          <dgm:constr type="w" for="ch" forName="Accent4" refType="w" fact="0.0542"/>
          <dgm:constr type="h" for="ch" forName="Accent4" refType="h" fact="0.0623"/>
          <dgm:constr type="l" for="ch" forName="Accent10" refType="w" fact="0"/>
          <dgm:constr type="t" for="ch" forName="Accent10" refType="h" fact="0.7197"/>
          <dgm:constr type="w" for="ch" forName="Accent10" refType="w" fact="0.0393"/>
          <dgm:constr type="h" for="ch" forName="Accent10" refType="h" fact="0.0451"/>
          <dgm:constr type="l" for="ch" forName="Accent11" refType="w" fact="0.3916"/>
          <dgm:constr type="t" for="ch" forName="Accent11" refType="h" fact="0.6555"/>
          <dgm:constr type="w" for="ch" forName="Accent11" refType="w" fact="0.0393"/>
          <dgm:constr type="h" for="ch" forName="Accent11" refType="h" fact="0.0451"/>
          <dgm:constr type="l" for="ch" forName="Accent7" refType="w" fact="0.3944"/>
          <dgm:constr type="t" for="ch" forName="Accent7" refType="h" fact="0.2556"/>
          <dgm:constr type="w" for="ch" forName="Accent7" refType="w" fact="0.0542"/>
          <dgm:constr type="h" for="ch" forName="Accent7" refType="h" fact="0.0623"/>
          <dgm:constr type="l" for="ch" forName="Accent5" refType="w" fact="0.3319"/>
          <dgm:constr type="t" for="ch" forName="Accent5" refType="h" fact="0.2536"/>
          <dgm:constr type="w" for="ch" forName="Accent5" refType="w" fact="0.0393"/>
          <dgm:constr type="h" for="ch" forName="Accent5" refType="h" fact="0.0451"/>
          <dgm:constr type="l" for="ch" forName="Accent6" refType="w" fact="0.2082"/>
          <dgm:constr type="t" for="ch" forName="Accent6" refType="h" fact="0.5117"/>
          <dgm:constr type="w" for="ch" forName="Accent6" refType="w" fact="0.0393"/>
          <dgm:constr type="h" for="ch" forName="Accent6" refType="h" fact="0.0451"/>
          <dgm:constr type="l" for="ch" forName="Child5" refType="w" fact="0.4219"/>
          <dgm:constr type="t" for="ch" forName="Child5" refType="h" fact="0"/>
          <dgm:constr type="w" for="ch" forName="Child5" refType="w" fact="0.1982"/>
          <dgm:constr type="h" for="ch" forName="Child5" refType="h" fact="0.2275"/>
          <dgm:constr type="l" for="ch" forName="Child4" refType="w" fact="0.2329"/>
          <dgm:constr type="t" for="ch" forName="Child4" refType="h" fact="0.7725"/>
          <dgm:constr type="w" for="ch" forName="Child4" refType="w" fact="0.1982"/>
          <dgm:constr type="h" for="ch" forName="Child4" refType="h" fact="0.2275"/>
          <dgm:constr type="l" for="ch" forName="Accent15" refType="w" fact="0.1775"/>
          <dgm:constr type="t" for="ch" forName="Accent15" refType="h" fact="0.2466"/>
          <dgm:constr type="w" for="ch" forName="Accent15" refType="w" fact="0.0393"/>
          <dgm:constr type="h" for="ch" forName="Accent15" refType="h" fact="0.0451"/>
          <dgm:constr type="l" for="ch" forName="Accent16" refType="w" fact="0.6351"/>
          <dgm:constr type="t" for="ch" forName="Accent16" refType="h" fact="0.056"/>
          <dgm:constr type="w" for="ch" forName="Accent16" refType="w" fact="0.0393"/>
          <dgm:constr type="h" for="ch" forName="Accent16" refType="h" fact="0.0451"/>
          <dgm:constr type="l" for="ch" forName="Accent13" refType="w" fact="0.4099"/>
          <dgm:constr type="t" for="ch" forName="Accent13" refType="h" fact="0.7648"/>
          <dgm:constr type="w" for="ch" forName="Accent13" refType="w" fact="0.0393"/>
          <dgm:constr type="h" for="ch" forName="Accent13" refType="h" fact="0.0451"/>
        </dgm:constrLst>
      </dgm:else>
    </dgm:choose>
    <dgm:forEach name="wrapper" axis="self" ptType="parTrans">
      <dgm:forEach name="accentRepeat1" axis="self">
        <dgm:layoutNode name="AccentHold1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2" axis="self">
        <dgm:layoutNode name="AccentHold2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3" axis="self">
        <dgm:layoutNode name="AccentHold3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forEach>
    <dgm:forEach name="Name8" axis="ch" ptType="node" cnt="1">
      <dgm:layoutNode name="Parent" styleLbl="node0">
        <dgm:varLst>
          <dgm:chMax val="5"/>
          <dgm:chPref val="5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choose name="Name9">
        <dgm:if name="Name10" axis="ch" ptType="node" func="cnt" op="lte" val="4">
          <dgm:layoutNode name="Accent1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</dgm:layoutNode>
        </dgm:if>
        <dgm:else name="Name11"/>
      </dgm:choose>
      <dgm:layoutNode name="Accent2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3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4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5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6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</dgm:forEach>
    <dgm:forEach name="Name12" axis="ch ch" ptType="node node" st="1 1" cnt="1 1">
      <dgm:layoutNode name="Child1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3" ref="accentRepeat1"/>
      </dgm:layoutNode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14" ref="accentRepeat2"/>
      </dgm:layoutNode>
    </dgm:forEach>
    <dgm:forEach name="Name15" axis="ch ch" ptType="node node" st="1 2" cnt="1 1">
      <dgm:layoutNode name="Child2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1"/>
      </dgm:layoutNode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17" ref="accentRepeat2"/>
      </dgm:layoutNode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18" ref="accentRepeat3"/>
      </dgm:layoutNode>
    </dgm:forEach>
    <dgm:forEach name="Name19" axis="ch ch" ptType="node node" st="1 3" cnt="1 1">
      <dgm:layoutNode name="Child3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2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1"/>
      </dgm:layoutNode>
    </dgm:forEach>
    <dgm:forEach name="Name21" axis="ch ch" ptType="node node" st="1 4" cnt="1 1">
      <dgm:layoutNode name="Child4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3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1"/>
      </dgm:layoutNode>
    </dgm:forEach>
    <dgm:forEach name="Name23" axis="ch ch" ptType="node node" st="1 5" cnt="1 1">
      <dgm:layoutNode name="Child5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5">
        <dgm:alg type="sp"/>
        <dgm:shape xmlns:r="http://schemas.openxmlformats.org/officeDocument/2006/relationships" r:blip="">
          <dgm:adjLst/>
        </dgm:shape>
        <dgm:presOf/>
        <dgm:constrLst/>
        <dgm:forEach name="Name24" ref="accentRepeat2"/>
      </dgm:layoutNode>
      <dgm:layoutNode name="Accent16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3"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37F2D40-DF92-4ADE-A761-CBF896599C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4F42E9-55BA-437C-85B3-324B4E2BF2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D81A9-CFC2-4640-899E-DD3E177BE50A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7DF0FD-84A5-462F-A0AC-B2CEF6020C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85C710-014C-4C89-9B64-843B9863CE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C605DA-80A8-4B7B-B889-6C5700BB4C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539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E50F4-C55A-473A-A70B-4B042EF011A9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44625-0ADF-4414-89A2-9E135F0C84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228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808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654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10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87DE6118-2437-4B30-8E3C-4D2BE6020583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325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546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580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104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299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550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073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976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08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312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008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05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569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18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9608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1260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542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7DE6118-2437-4B30-8E3C-4D2BE6020583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0657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1.jpe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5" Type="http://schemas.openxmlformats.org/officeDocument/2006/relationships/image" Target="../media/image6.jpg"/><Relationship Id="rId10" Type="http://schemas.microsoft.com/office/2007/relationships/diagramDrawing" Target="../diagrams/drawing1.xml"/><Relationship Id="rId4" Type="http://schemas.openxmlformats.org/officeDocument/2006/relationships/image" Target="../media/image5.jpg"/><Relationship Id="rId9" Type="http://schemas.openxmlformats.org/officeDocument/2006/relationships/diagramColors" Target="../diagrams/colors1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5.jp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night sky with mountains far away on the horizon">
            <a:extLst>
              <a:ext uri="{FF2B5EF4-FFF2-40B4-BE49-F238E27FC236}">
                <a16:creationId xmlns:a16="http://schemas.microsoft.com/office/drawing/2014/main" id="{7C454B0C-0819-4D56-9275-BCE254DA65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61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0C7600-5BA8-4A54-887F-74AF87750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2399" y="2554817"/>
            <a:ext cx="7197726" cy="2421464"/>
          </a:xfrm>
        </p:spPr>
        <p:txBody>
          <a:bodyPr>
            <a:normAutofit/>
          </a:bodyPr>
          <a:lstStyle/>
          <a:p>
            <a:pPr algn="l"/>
            <a:r>
              <a:rPr lang="en-US" b="1" dirty="0" smtClean="0">
                <a:latin typeface="Algerian" panose="04020705040A02060702" pitchFamily="82" charset="0"/>
              </a:rPr>
              <a:t>IOT BASED IMAGE PROCESSING FOR WASTE SEGREGATION</a:t>
            </a:r>
            <a:endParaRPr lang="en-US" b="1" dirty="0"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584786-6548-4BB4-95FD-977AD1F36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399" y="4976282"/>
            <a:ext cx="7197726" cy="1405467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A.ESAKKI RAJA</a:t>
            </a:r>
          </a:p>
          <a:p>
            <a:r>
              <a:rPr lang="en-US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953223105032</a:t>
            </a:r>
          </a:p>
          <a:p>
            <a:r>
              <a:rPr lang="en-US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EEE-III YEAR</a:t>
            </a:r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721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399068"/>
          </a:xfrm>
        </p:spPr>
        <p:txBody>
          <a:bodyPr>
            <a:normAutofit fontScale="90000"/>
          </a:bodyPr>
          <a:lstStyle/>
          <a:p>
            <a:r>
              <a:rPr lang="en-US" u="sng" dirty="0" smtClean="0">
                <a:latin typeface="Arial Rounded MT Bold" panose="020F0704030504030204" pitchFamily="34" charset="0"/>
              </a:rPr>
              <a:t>Introduction</a:t>
            </a:r>
            <a:r>
              <a:rPr lang="en-US" u="sng" dirty="0" smtClean="0"/>
              <a:t>: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310327"/>
            <a:ext cx="10131425" cy="448087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gency FB" panose="020B0503020202020204" pitchFamily="34" charset="0"/>
              </a:rPr>
              <a:t>Solid waste management is one of the major challenges in urban and rural areas. Improper segregation of waste leads to environmental pollution, health issues, and difficulty in recycling processes. </a:t>
            </a:r>
            <a:endParaRPr lang="en-US" sz="2400" dirty="0" smtClean="0">
              <a:latin typeface="Agency FB" panose="020B0503020202020204" pitchFamily="34" charset="0"/>
            </a:endParaRPr>
          </a:p>
          <a:p>
            <a:r>
              <a:rPr lang="en-US" sz="2400" dirty="0" smtClean="0">
                <a:latin typeface="Agency FB" panose="020B0503020202020204" pitchFamily="34" charset="0"/>
              </a:rPr>
              <a:t>Image </a:t>
            </a:r>
            <a:r>
              <a:rPr lang="en-US" sz="2400" dirty="0">
                <a:latin typeface="Agency FB" panose="020B0503020202020204" pitchFamily="34" charset="0"/>
              </a:rPr>
              <a:t>processing plays an important role in automating such systems by enabling machines to visually identify and classify objects.</a:t>
            </a:r>
          </a:p>
          <a:p>
            <a:r>
              <a:rPr lang="en-US" sz="2400" dirty="0">
                <a:latin typeface="Agency FB" panose="020B0503020202020204" pitchFamily="34" charset="0"/>
              </a:rPr>
              <a:t>In this project, an ESP32-CAM module is used to capture real-time images of waste materials. These images are transmitted to a computer where a Python-based YOLO (You Only Look Once) algorithm processes them. </a:t>
            </a:r>
            <a:endParaRPr lang="en-US" sz="2400" dirty="0" smtClean="0">
              <a:latin typeface="Agency FB" panose="020B0503020202020204" pitchFamily="34" charset="0"/>
            </a:endParaRPr>
          </a:p>
          <a:p>
            <a:r>
              <a:rPr lang="en-US" sz="2400" dirty="0" smtClean="0">
                <a:latin typeface="Agency FB" panose="020B0503020202020204" pitchFamily="34" charset="0"/>
              </a:rPr>
              <a:t>The </a:t>
            </a:r>
            <a:r>
              <a:rPr lang="en-US" sz="2400" dirty="0">
                <a:latin typeface="Agency FB" panose="020B0503020202020204" pitchFamily="34" charset="0"/>
              </a:rPr>
              <a:t>system is designed specifically to detect whether the object is plastic or non-plastic. This approach helps in automating waste segregation and reducing human effort.</a:t>
            </a:r>
          </a:p>
        </p:txBody>
      </p:sp>
    </p:spTree>
    <p:extLst>
      <p:ext uri="{BB962C8B-B14F-4D97-AF65-F5344CB8AC3E}">
        <p14:creationId xmlns:p14="http://schemas.microsoft.com/office/powerpoint/2010/main" val="286149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681871"/>
          </a:xfrm>
        </p:spPr>
        <p:txBody>
          <a:bodyPr/>
          <a:lstStyle/>
          <a:p>
            <a:r>
              <a:rPr lang="en-US" u="sng" dirty="0" smtClean="0">
                <a:latin typeface="Arial Rounded MT Bold" panose="020F0704030504030204" pitchFamily="34" charset="0"/>
              </a:rPr>
              <a:t>PROBLEM STATEMENT:</a:t>
            </a:r>
            <a:endParaRPr lang="en-IN" u="sng" dirty="0">
              <a:latin typeface="Arial Rounded MT Bold" panose="020F0704030504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423447"/>
            <a:ext cx="10131428" cy="451544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gency FB" panose="020B0503020202020204" pitchFamily="34" charset="0"/>
              </a:rPr>
              <a:t>In many places, waste segregation is still done manually, which is inefficient and error-prone. Mixing of plastic and non-plastic waste reduces recycling efficiency and increases environmental hazards. </a:t>
            </a:r>
            <a:endParaRPr lang="en-US" sz="2400" dirty="0" smtClean="0">
              <a:latin typeface="Agency FB" panose="020B05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gency FB" panose="020B0503020202020204" pitchFamily="34" charset="0"/>
              </a:rPr>
              <a:t>Plastic </a:t>
            </a:r>
            <a:r>
              <a:rPr lang="en-US" sz="2400" dirty="0">
                <a:latin typeface="Agency FB" panose="020B0503020202020204" pitchFamily="34" charset="0"/>
              </a:rPr>
              <a:t>waste, in particular, causes long-term damage to ecosystems if not properly separated and processed.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gency FB" panose="020B0503020202020204" pitchFamily="34" charset="0"/>
              </a:rPr>
              <a:t>There is a need for an intelligent system that can automatically identify plastic waste in real time and assist in segregation. </a:t>
            </a:r>
            <a:endParaRPr lang="en-US" sz="2400" dirty="0" smtClean="0">
              <a:latin typeface="Agency FB" panose="020B05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gency FB" panose="020B0503020202020204" pitchFamily="34" charset="0"/>
              </a:rPr>
              <a:t>Existing </a:t>
            </a:r>
            <a:r>
              <a:rPr lang="en-US" sz="2400" dirty="0">
                <a:latin typeface="Agency FB" panose="020B0503020202020204" pitchFamily="34" charset="0"/>
              </a:rPr>
              <a:t>systems are either expensive or complex, making them unsuitable for small-scale or low-cost implementations.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311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609602"/>
            <a:ext cx="9947634" cy="738432"/>
          </a:xfrm>
        </p:spPr>
        <p:txBody>
          <a:bodyPr/>
          <a:lstStyle/>
          <a:p>
            <a:r>
              <a:rPr lang="en-US" u="sng" dirty="0" smtClean="0">
                <a:latin typeface="Arial Rounded MT Bold" panose="020F0704030504030204" pitchFamily="34" charset="0"/>
              </a:rPr>
              <a:t>OBJECTIVES:</a:t>
            </a:r>
            <a:endParaRPr lang="en-IN" u="sng" dirty="0">
              <a:latin typeface="Arial Rounded MT Bold" panose="020F0704030504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93130"/>
            <a:ext cx="10131428" cy="419807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gency FB" panose="020B0503020202020204" pitchFamily="34" charset="0"/>
              </a:rPr>
              <a:t>The main objective of this project is to develop a smart waste segregation system that can automatically detect plastic materials using image processing techniques. </a:t>
            </a:r>
            <a:endParaRPr lang="en-US" sz="2400" dirty="0" smtClean="0">
              <a:latin typeface="Agency FB" panose="020B05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gency FB" panose="020B0503020202020204" pitchFamily="34" charset="0"/>
              </a:rPr>
              <a:t>The </a:t>
            </a:r>
            <a:r>
              <a:rPr lang="en-US" sz="2400" dirty="0">
                <a:latin typeface="Agency FB" panose="020B0503020202020204" pitchFamily="34" charset="0"/>
              </a:rPr>
              <a:t>system aims to capture images using an ESP32-CAM module and process them using the YOLO algorithm in Python.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gency FB" panose="020B0503020202020204" pitchFamily="34" charset="0"/>
              </a:rPr>
              <a:t>Another objective is to build a cost-effective and efficient solution that can be used in real-world applications such as households, public places, and industries. </a:t>
            </a:r>
            <a:endParaRPr lang="en-US" sz="2400" dirty="0" smtClean="0">
              <a:latin typeface="Agency FB" panose="020B05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gency FB" panose="020B0503020202020204" pitchFamily="34" charset="0"/>
              </a:rPr>
              <a:t>The </a:t>
            </a:r>
            <a:r>
              <a:rPr lang="en-US" sz="2400" dirty="0">
                <a:latin typeface="Agency FB" panose="020B0503020202020204" pitchFamily="34" charset="0"/>
              </a:rPr>
              <a:t>project also focuses on reducing human intervention and improving the accuracy of waste classification.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277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2"/>
            <a:ext cx="10131427" cy="757286"/>
          </a:xfrm>
        </p:spPr>
        <p:txBody>
          <a:bodyPr/>
          <a:lstStyle/>
          <a:p>
            <a:r>
              <a:rPr lang="en-US" u="sng" dirty="0" smtClean="0">
                <a:latin typeface="Arial Rounded MT Bold" panose="020F0704030504030204" pitchFamily="34" charset="0"/>
              </a:rPr>
              <a:t>COMPONENTS USED:</a:t>
            </a:r>
            <a:endParaRPr lang="en-IN" u="sng" dirty="0">
              <a:latin typeface="Arial Rounded MT Bold" panose="020F0704030504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93130"/>
            <a:ext cx="10131428" cy="419807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gency FB" panose="020B0503020202020204" pitchFamily="34" charset="0"/>
              </a:rPr>
              <a:t>The ESP32-CAM module acts as the main hardware component, which includes a camera and built-in </a:t>
            </a:r>
            <a:r>
              <a:rPr lang="en-US" sz="2400" dirty="0" err="1">
                <a:latin typeface="Agency FB" panose="020B0503020202020204" pitchFamily="34" charset="0"/>
              </a:rPr>
              <a:t>WiFi</a:t>
            </a:r>
            <a:r>
              <a:rPr lang="en-US" sz="2400" dirty="0">
                <a:latin typeface="Agency FB" panose="020B0503020202020204" pitchFamily="34" charset="0"/>
              </a:rPr>
              <a:t> capability. </a:t>
            </a:r>
            <a:endParaRPr lang="en-US" sz="2400" dirty="0" smtClean="0">
              <a:latin typeface="Agency FB" panose="020B05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gency FB" panose="020B0503020202020204" pitchFamily="34" charset="0"/>
              </a:rPr>
              <a:t>It </a:t>
            </a:r>
            <a:r>
              <a:rPr lang="en-US" sz="2400" dirty="0">
                <a:latin typeface="Agency FB" panose="020B0503020202020204" pitchFamily="34" charset="0"/>
              </a:rPr>
              <a:t>is responsible for capturing images and sending them for processing. An FTDI programmer is used to upload code into the ESP32-CAM module.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gency FB" panose="020B0503020202020204" pitchFamily="34" charset="0"/>
              </a:rPr>
              <a:t>A computer or laptop is required to run the Python environment and YOLO model for image processing</a:t>
            </a:r>
            <a:r>
              <a:rPr lang="en-US" sz="2400" dirty="0" smtClean="0">
                <a:latin typeface="Agency FB" panose="020B0503020202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gency FB" panose="020B0503020202020204" pitchFamily="34" charset="0"/>
              </a:rPr>
              <a:t> </a:t>
            </a:r>
            <a:r>
              <a:rPr lang="en-US" sz="2400" dirty="0">
                <a:latin typeface="Agency FB" panose="020B0503020202020204" pitchFamily="34" charset="0"/>
              </a:rPr>
              <a:t>A stable </a:t>
            </a:r>
            <a:r>
              <a:rPr lang="en-US" sz="2400" dirty="0" err="1">
                <a:latin typeface="Agency FB" panose="020B0503020202020204" pitchFamily="34" charset="0"/>
              </a:rPr>
              <a:t>WiFi</a:t>
            </a:r>
            <a:r>
              <a:rPr lang="en-US" sz="2400" dirty="0">
                <a:latin typeface="Agency FB" panose="020B0503020202020204" pitchFamily="34" charset="0"/>
              </a:rPr>
              <a:t> network is necessary for communication between the ESP32-CAM and the computer. </a:t>
            </a:r>
            <a:endParaRPr lang="en-US" sz="2400" dirty="0" smtClean="0">
              <a:latin typeface="Agency FB" panose="020B05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gency FB" panose="020B0503020202020204" pitchFamily="34" charset="0"/>
              </a:rPr>
              <a:t>Power </a:t>
            </a:r>
            <a:r>
              <a:rPr lang="en-US" sz="2400" dirty="0">
                <a:latin typeface="Agency FB" panose="020B0503020202020204" pitchFamily="34" charset="0"/>
              </a:rPr>
              <a:t>supply is provided to operate the module. </a:t>
            </a:r>
            <a:endParaRPr lang="en-US" sz="2400" dirty="0" smtClean="0">
              <a:latin typeface="Agency FB" panose="020B05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gency FB" panose="020B0503020202020204" pitchFamily="34" charset="0"/>
              </a:rPr>
              <a:t>Software </a:t>
            </a:r>
            <a:r>
              <a:rPr lang="en-US" sz="2400" dirty="0">
                <a:latin typeface="Agency FB" panose="020B0503020202020204" pitchFamily="34" charset="0"/>
              </a:rPr>
              <a:t>components include Python programming language and YOLO library for object detection</a:t>
            </a:r>
          </a:p>
        </p:txBody>
      </p:sp>
    </p:spTree>
    <p:extLst>
      <p:ext uri="{BB962C8B-B14F-4D97-AF65-F5344CB8AC3E}">
        <p14:creationId xmlns:p14="http://schemas.microsoft.com/office/powerpoint/2010/main" val="623188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9F444-FCBD-B140-9C05-E443FA080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6382203" cy="1154392"/>
          </a:xfrm>
        </p:spPr>
        <p:txBody>
          <a:bodyPr>
            <a:normAutofit/>
          </a:bodyPr>
          <a:lstStyle/>
          <a:p>
            <a:r>
              <a:rPr lang="en-US" sz="3200" u="sng" dirty="0" smtClean="0">
                <a:latin typeface="Arial Rounded MT Bold" panose="020F0704030504030204" pitchFamily="34" charset="0"/>
              </a:rPr>
              <a:t>SMART WASTE SEGREGATION system:</a:t>
            </a:r>
            <a:endParaRPr lang="ru-RU" sz="3200" u="sng" dirty="0"/>
          </a:p>
        </p:txBody>
      </p:sp>
      <p:pic>
        <p:nvPicPr>
          <p:cNvPr id="4" name="Picture 3" descr="satellite against the night sky">
            <a:extLst>
              <a:ext uri="{FF2B5EF4-FFF2-40B4-BE49-F238E27FC236}">
                <a16:creationId xmlns:a16="http://schemas.microsoft.com/office/drawing/2014/main" id="{D4F2268B-BB87-42FB-B84F-C145C01B497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611" r="16027" b="1"/>
          <a:stretch/>
        </p:blipFill>
        <p:spPr>
          <a:xfrm>
            <a:off x="8888133" y="4144246"/>
            <a:ext cx="3302966" cy="2717299"/>
          </a:xfrm>
          <a:custGeom>
            <a:avLst/>
            <a:gdLst>
              <a:gd name="connsiteX0" fmla="*/ 1663658 w 3039855"/>
              <a:gd name="connsiteY0" fmla="*/ 0 h 2500842"/>
              <a:gd name="connsiteX1" fmla="*/ 2947417 w 3039855"/>
              <a:gd name="connsiteY1" fmla="*/ 605417 h 2500842"/>
              <a:gd name="connsiteX2" fmla="*/ 3039855 w 3039855"/>
              <a:gd name="connsiteY2" fmla="*/ 729032 h 2500842"/>
              <a:gd name="connsiteX3" fmla="*/ 3039855 w 3039855"/>
              <a:gd name="connsiteY3" fmla="*/ 2500842 h 2500842"/>
              <a:gd name="connsiteX4" fmla="*/ 226952 w 3039855"/>
              <a:gd name="connsiteY4" fmla="*/ 2500842 h 2500842"/>
              <a:gd name="connsiteX5" fmla="*/ 155401 w 3039855"/>
              <a:gd name="connsiteY5" fmla="*/ 2366679 h 2500842"/>
              <a:gd name="connsiteX6" fmla="*/ 0 w 3039855"/>
              <a:gd name="connsiteY6" fmla="*/ 1663658 h 2500842"/>
              <a:gd name="connsiteX7" fmla="*/ 1663658 w 3039855"/>
              <a:gd name="connsiteY7" fmla="*/ 0 h 250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39855" h="2500842">
                <a:moveTo>
                  <a:pt x="1663658" y="0"/>
                </a:moveTo>
                <a:cubicBezTo>
                  <a:pt x="2180490" y="0"/>
                  <a:pt x="2642278" y="235674"/>
                  <a:pt x="2947417" y="605417"/>
                </a:cubicBezTo>
                <a:lnTo>
                  <a:pt x="3039855" y="729032"/>
                </a:lnTo>
                <a:lnTo>
                  <a:pt x="3039855" y="2500842"/>
                </a:lnTo>
                <a:lnTo>
                  <a:pt x="226952" y="2500842"/>
                </a:lnTo>
                <a:lnTo>
                  <a:pt x="155401" y="2366679"/>
                </a:lnTo>
                <a:cubicBezTo>
                  <a:pt x="55691" y="2153127"/>
                  <a:pt x="0" y="1914896"/>
                  <a:pt x="0" y="1663658"/>
                </a:cubicBezTo>
                <a:cubicBezTo>
                  <a:pt x="0" y="744845"/>
                  <a:pt x="744845" y="0"/>
                  <a:pt x="1663658" y="0"/>
                </a:cubicBezTo>
                <a:close/>
              </a:path>
            </a:pathLst>
          </a:custGeom>
        </p:spPr>
      </p:pic>
      <p:grpSp>
        <p:nvGrpSpPr>
          <p:cNvPr id="179" name="Group 178">
            <a:extLst>
              <a:ext uri="{FF2B5EF4-FFF2-40B4-BE49-F238E27FC236}">
                <a16:creationId xmlns:a16="http://schemas.microsoft.com/office/drawing/2014/main" id="{CFEF753B-CA1B-4178-80F5-095B7FEA21C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21267604">
            <a:off x="8565602" y="3905595"/>
            <a:ext cx="3639934" cy="3163289"/>
            <a:chOff x="5281603" y="104899"/>
            <a:chExt cx="6910397" cy="6005491"/>
          </a:xfrm>
        </p:grpSpPr>
        <p:sp>
          <p:nvSpPr>
            <p:cNvPr id="180" name="Freeform 98">
              <a:extLst>
                <a:ext uri="{FF2B5EF4-FFF2-40B4-BE49-F238E27FC236}">
                  <a16:creationId xmlns:a16="http://schemas.microsoft.com/office/drawing/2014/main" id="{86C68ECC-F0A0-411E-A303-6DC0707A366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281603" y="104899"/>
              <a:ext cx="6896713" cy="6005491"/>
            </a:xfrm>
            <a:custGeom>
              <a:avLst/>
              <a:gdLst>
                <a:gd name="connsiteX0" fmla="*/ 3912717 w 6896713"/>
                <a:gd name="connsiteY0" fmla="*/ 0 h 6005491"/>
                <a:gd name="connsiteX1" fmla="*/ 6679426 w 6896713"/>
                <a:gd name="connsiteY1" fmla="*/ 1146008 h 6005491"/>
                <a:gd name="connsiteX2" fmla="*/ 6896713 w 6896713"/>
                <a:gd name="connsiteY2" fmla="*/ 1385085 h 6005491"/>
                <a:gd name="connsiteX3" fmla="*/ 6896713 w 6896713"/>
                <a:gd name="connsiteY3" fmla="*/ 1431256 h 6005491"/>
                <a:gd name="connsiteX4" fmla="*/ 6657442 w 6896713"/>
                <a:gd name="connsiteY4" fmla="*/ 1167992 h 6005491"/>
                <a:gd name="connsiteX5" fmla="*/ 3912717 w 6896713"/>
                <a:gd name="connsiteY5" fmla="*/ 31089 h 6005491"/>
                <a:gd name="connsiteX6" fmla="*/ 31089 w 6896713"/>
                <a:gd name="connsiteY6" fmla="*/ 3912717 h 6005491"/>
                <a:gd name="connsiteX7" fmla="*/ 593046 w 6896713"/>
                <a:gd name="connsiteY7" fmla="*/ 5925483 h 6005491"/>
                <a:gd name="connsiteX8" fmla="*/ 633874 w 6896713"/>
                <a:gd name="connsiteY8" fmla="*/ 5989169 h 6005491"/>
                <a:gd name="connsiteX9" fmla="*/ 607415 w 6896713"/>
                <a:gd name="connsiteY9" fmla="*/ 6005491 h 6005491"/>
                <a:gd name="connsiteX10" fmla="*/ 566458 w 6896713"/>
                <a:gd name="connsiteY10" fmla="*/ 5941603 h 6005491"/>
                <a:gd name="connsiteX11" fmla="*/ 0 w 6896713"/>
                <a:gd name="connsiteY11" fmla="*/ 3912717 h 6005491"/>
                <a:gd name="connsiteX12" fmla="*/ 3912717 w 6896713"/>
                <a:gd name="connsiteY12" fmla="*/ 0 h 600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896713" h="6005491">
                  <a:moveTo>
                    <a:pt x="3912717" y="0"/>
                  </a:moveTo>
                  <a:cubicBezTo>
                    <a:pt x="4993184" y="0"/>
                    <a:pt x="5971363" y="437946"/>
                    <a:pt x="6679426" y="1146008"/>
                  </a:cubicBezTo>
                  <a:lnTo>
                    <a:pt x="6896713" y="1385085"/>
                  </a:lnTo>
                  <a:lnTo>
                    <a:pt x="6896713" y="1431256"/>
                  </a:lnTo>
                  <a:lnTo>
                    <a:pt x="6657442" y="1167992"/>
                  </a:lnTo>
                  <a:cubicBezTo>
                    <a:pt x="5955006" y="465555"/>
                    <a:pt x="4984599" y="31089"/>
                    <a:pt x="3912717" y="31089"/>
                  </a:cubicBezTo>
                  <a:cubicBezTo>
                    <a:pt x="1768953" y="31089"/>
                    <a:pt x="31089" y="1768953"/>
                    <a:pt x="31089" y="3912717"/>
                  </a:cubicBezTo>
                  <a:cubicBezTo>
                    <a:pt x="31089" y="4649636"/>
                    <a:pt x="236442" y="5338592"/>
                    <a:pt x="593046" y="5925483"/>
                  </a:cubicBezTo>
                  <a:lnTo>
                    <a:pt x="633874" y="5989169"/>
                  </a:lnTo>
                  <a:lnTo>
                    <a:pt x="607415" y="6005491"/>
                  </a:lnTo>
                  <a:lnTo>
                    <a:pt x="566458" y="5941603"/>
                  </a:lnTo>
                  <a:cubicBezTo>
                    <a:pt x="206998" y="5350013"/>
                    <a:pt x="0" y="4655538"/>
                    <a:pt x="0" y="3912717"/>
                  </a:cubicBezTo>
                  <a:cubicBezTo>
                    <a:pt x="0" y="1751783"/>
                    <a:pt x="1751783" y="0"/>
                    <a:pt x="3912717" y="0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6A21E140-4ECB-4C42-BDC7-F4351513DA9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516018" y="331504"/>
              <a:ext cx="6675982" cy="5235326"/>
              <a:chOff x="5516018" y="331504"/>
              <a:chExt cx="6675982" cy="5235326"/>
            </a:xfrm>
          </p:grpSpPr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2940CFC5-AC4C-4746-A3B9-3DD434FF6DE6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9266830" y="3315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6EC95677-9C92-4D0D-91D4-E07380F2502B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" flipH="1">
                <a:off x="9408861" y="3383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097602B2-71E1-4395-9C47-DE48B712AE8C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" flipH="1">
                <a:off x="9551700" y="34763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7FC50570-F1A9-4DB3-A64D-3A21A588820A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60000" flipH="1">
                <a:off x="9688748" y="36808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88E4F209-3FDA-4C17-A86D-59990132FF4D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540000" flipH="1">
                <a:off x="9824866" y="38922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>
                <a:extLst>
                  <a:ext uri="{FF2B5EF4-FFF2-40B4-BE49-F238E27FC236}">
                    <a16:creationId xmlns:a16="http://schemas.microsoft.com/office/drawing/2014/main" id="{9950C402-F8DC-4C99-90A8-CD67BDEC6CB4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660000" flipH="1">
                <a:off x="9966867" y="41754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>
                <a:extLst>
                  <a:ext uri="{FF2B5EF4-FFF2-40B4-BE49-F238E27FC236}">
                    <a16:creationId xmlns:a16="http://schemas.microsoft.com/office/drawing/2014/main" id="{76483FEF-FBDD-456C-AD52-B6D166FB1C09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780000" flipH="1">
                <a:off x="10104425" y="4458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>
                <a:extLst>
                  <a:ext uri="{FF2B5EF4-FFF2-40B4-BE49-F238E27FC236}">
                    <a16:creationId xmlns:a16="http://schemas.microsoft.com/office/drawing/2014/main" id="{DA316CA5-D470-4E6D-A6E8-D35DB7725D2E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900000" flipH="1">
                <a:off x="10240513" y="47948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>
                <a:extLst>
                  <a:ext uri="{FF2B5EF4-FFF2-40B4-BE49-F238E27FC236}">
                    <a16:creationId xmlns:a16="http://schemas.microsoft.com/office/drawing/2014/main" id="{8BFA4937-71AA-4400-8DCD-20E5DF050171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080000" flipH="1">
                <a:off x="10373882" y="52435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768FA0D4-7119-47B3-8329-0978770774F5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0" flipH="1">
                <a:off x="10505632" y="570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62C433AC-8114-47CC-9467-FCB5FE9807B3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320000" flipH="1">
                <a:off x="10637382" y="62134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BF9CB489-BA36-4004-A019-75FBA23CCB95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440000" flipH="1">
                <a:off x="10760965" y="69043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B4C060E4-E790-4A31-B683-EA834FCF4E26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" flipH="1">
                <a:off x="10888991" y="755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Straight Connector 194">
                <a:extLst>
                  <a:ext uri="{FF2B5EF4-FFF2-40B4-BE49-F238E27FC236}">
                    <a16:creationId xmlns:a16="http://schemas.microsoft.com/office/drawing/2014/main" id="{13F00D2A-400F-4678-BB33-16B61650F478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740000" flipH="1">
                <a:off x="11010193" y="81974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Straight Connector 195">
                <a:extLst>
                  <a:ext uri="{FF2B5EF4-FFF2-40B4-BE49-F238E27FC236}">
                    <a16:creationId xmlns:a16="http://schemas.microsoft.com/office/drawing/2014/main" id="{46AABFD4-3727-4DF4-933A-C0A090248A80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860000" flipH="1">
                <a:off x="11129014" y="89566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>
                <a:extLst>
                  <a:ext uri="{FF2B5EF4-FFF2-40B4-BE49-F238E27FC236}">
                    <a16:creationId xmlns:a16="http://schemas.microsoft.com/office/drawing/2014/main" id="{6CC40A87-D067-41BF-B368-A197EC0D9DF0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980000" flipH="1">
                <a:off x="11249872" y="968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>
                <a:extLst>
                  <a:ext uri="{FF2B5EF4-FFF2-40B4-BE49-F238E27FC236}">
                    <a16:creationId xmlns:a16="http://schemas.microsoft.com/office/drawing/2014/main" id="{E116F92B-7098-4139-AC77-75B4CE3323F8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160000" flipH="1">
                <a:off x="11366875" y="10480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>
                <a:extLst>
                  <a:ext uri="{FF2B5EF4-FFF2-40B4-BE49-F238E27FC236}">
                    <a16:creationId xmlns:a16="http://schemas.microsoft.com/office/drawing/2014/main" id="{CFDF485C-38E7-4C0D-A2A7-3F1DE3B918A5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280000" flipH="1">
                <a:off x="11474058" y="11315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BF6DBD12-21A0-4F07-953F-D3B3486C1510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0" flipH="1">
                <a:off x="11583303" y="122179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554F4E42-5B16-41F4-8FF4-2EB134C1FE1D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520000" flipH="1">
                <a:off x="11685344" y="132177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6F4CC20F-EBF6-4AFE-9A4F-68ACC7513B4E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700000" flipH="1">
                <a:off x="11787704" y="14176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FA745DE2-9816-4D5B-BB41-BE1874612FFF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820000" flipH="1">
                <a:off x="11880859" y="15179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id="{D5B5D721-5554-457C-BE2F-BCA2505CADF6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940000" flipH="1">
                <a:off x="11969252" y="162743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>
                <a:extLst>
                  <a:ext uri="{FF2B5EF4-FFF2-40B4-BE49-F238E27FC236}">
                    <a16:creationId xmlns:a16="http://schemas.microsoft.com/office/drawing/2014/main" id="{BAFF390C-48FB-4FA5-998E-6DDDF9D2B415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060000" flipH="1">
                <a:off x="12062016" y="173601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>
                <a:extLst>
                  <a:ext uri="{FF2B5EF4-FFF2-40B4-BE49-F238E27FC236}">
                    <a16:creationId xmlns:a16="http://schemas.microsoft.com/office/drawing/2014/main" id="{F4B2E647-1CF4-4AF8-9AF5-8EAB6D6E888E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074680" y="1910249"/>
                <a:ext cx="117320" cy="82912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Straight Connector 206">
                <a:extLst>
                  <a:ext uri="{FF2B5EF4-FFF2-40B4-BE49-F238E27FC236}">
                    <a16:creationId xmlns:a16="http://schemas.microsoft.com/office/drawing/2014/main" id="{46DA8C50-AA32-47D8-8DCB-DE9624E60EF3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149943" y="2083594"/>
                <a:ext cx="39676" cy="21436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Straight Connector 207">
                <a:extLst>
                  <a:ext uri="{FF2B5EF4-FFF2-40B4-BE49-F238E27FC236}">
                    <a16:creationId xmlns:a16="http://schemas.microsoft.com/office/drawing/2014/main" id="{51ED6412-8EBC-4680-B7D2-65A4F73BBBD2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" flipH="1">
                <a:off x="9127990" y="33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Straight Connector 208">
                <a:extLst>
                  <a:ext uri="{FF2B5EF4-FFF2-40B4-BE49-F238E27FC236}">
                    <a16:creationId xmlns:a16="http://schemas.microsoft.com/office/drawing/2014/main" id="{2983F033-A214-4959-956E-4B50B7AC660C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" flipH="1">
                <a:off x="8987576" y="33663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Straight Connector 209">
                <a:extLst>
                  <a:ext uri="{FF2B5EF4-FFF2-40B4-BE49-F238E27FC236}">
                    <a16:creationId xmlns:a16="http://schemas.microsoft.com/office/drawing/2014/main" id="{A77F30C3-5A8C-4BEB-95C1-A7B9C0961F3C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" flipH="1">
                <a:off x="8844859" y="35117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99A432F5-9A86-437C-8108-7945FA72EC46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" flipH="1">
                <a:off x="8706904" y="3657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Straight Connector 211">
                <a:extLst>
                  <a:ext uri="{FF2B5EF4-FFF2-40B4-BE49-F238E27FC236}">
                    <a16:creationId xmlns:a16="http://schemas.microsoft.com/office/drawing/2014/main" id="{4F8B1465-BA18-4D1C-ADED-D4BAA7638AA4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20000" flipH="1">
                <a:off x="8568008" y="3878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Straight Connector 212">
                <a:extLst>
                  <a:ext uri="{FF2B5EF4-FFF2-40B4-BE49-F238E27FC236}">
                    <a16:creationId xmlns:a16="http://schemas.microsoft.com/office/drawing/2014/main" id="{45DD7842-E27E-4461-B9C8-63AD2F0C44F3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840000" flipH="1">
                <a:off x="8429112" y="4100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Straight Connector 213">
                <a:extLst>
                  <a:ext uri="{FF2B5EF4-FFF2-40B4-BE49-F238E27FC236}">
                    <a16:creationId xmlns:a16="http://schemas.microsoft.com/office/drawing/2014/main" id="{3C45934F-49A5-4EDB-A9A3-5540D74AB1AB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960000" flipH="1">
                <a:off x="8294968" y="4462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Straight Connector 214">
                <a:extLst>
                  <a:ext uri="{FF2B5EF4-FFF2-40B4-BE49-F238E27FC236}">
                    <a16:creationId xmlns:a16="http://schemas.microsoft.com/office/drawing/2014/main" id="{EEF9B0E3-0DC0-4D03-A02B-8F62D905F4F5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080000" flipH="1">
                <a:off x="8160824" y="48237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2B1998C4-BF81-4332-A399-AD43467F677F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260000" flipH="1">
                <a:off x="8027689" y="53184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Straight Connector 216">
                <a:extLst>
                  <a:ext uri="{FF2B5EF4-FFF2-40B4-BE49-F238E27FC236}">
                    <a16:creationId xmlns:a16="http://schemas.microsoft.com/office/drawing/2014/main" id="{44CFAF52-7684-46F2-8DFD-70A7F36DB0E6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380000" flipH="1">
                <a:off x="7894554" y="58132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Straight Connector 217">
                <a:extLst>
                  <a:ext uri="{FF2B5EF4-FFF2-40B4-BE49-F238E27FC236}">
                    <a16:creationId xmlns:a16="http://schemas.microsoft.com/office/drawing/2014/main" id="{93EFB5D1-BDF7-40B6-BBEA-D489CE79F154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500000" flipH="1">
                <a:off x="7761419" y="63079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B5A98777-A259-461F-A9B2-21DFC45C179E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620000" flipH="1">
                <a:off x="7636645" y="6898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0F795195-D966-482A-8D47-6265C00F6D00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0" flipH="1">
                <a:off x="7511871" y="75119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6E881E12-FFE1-441E-B36B-804289472BA7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920000" flipH="1">
                <a:off x="7387899" y="81977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61DBEB97-C3B3-4646-9760-227E20B15557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040000" flipH="1">
                <a:off x="7268530" y="8931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Straight Connector 222">
                <a:extLst>
                  <a:ext uri="{FF2B5EF4-FFF2-40B4-BE49-F238E27FC236}">
                    <a16:creationId xmlns:a16="http://schemas.microsoft.com/office/drawing/2014/main" id="{0BA17FBA-A611-4CA2-9CDC-E073B889C4CA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160000" flipH="1">
                <a:off x="7152030" y="9765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Straight Connector 223">
                <a:extLst>
                  <a:ext uri="{FF2B5EF4-FFF2-40B4-BE49-F238E27FC236}">
                    <a16:creationId xmlns:a16="http://schemas.microsoft.com/office/drawing/2014/main" id="{1B66F6D2-50DA-4E7A-8583-E9159CD9622E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340000" flipH="1">
                <a:off x="7041695" y="10600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Straight Connector 224">
                <a:extLst>
                  <a:ext uri="{FF2B5EF4-FFF2-40B4-BE49-F238E27FC236}">
                    <a16:creationId xmlns:a16="http://schemas.microsoft.com/office/drawing/2014/main" id="{DD181CC7-8652-404A-B5C7-58004FD15F30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460000" flipH="1">
                <a:off x="6931360" y="114346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Straight Connector 225">
                <a:extLst>
                  <a:ext uri="{FF2B5EF4-FFF2-40B4-BE49-F238E27FC236}">
                    <a16:creationId xmlns:a16="http://schemas.microsoft.com/office/drawing/2014/main" id="{75706D69-47CD-47E3-83C9-EDB4EAF58C8A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580000" flipH="1">
                <a:off x="6819070" y="123586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Straight Connector 226">
                <a:extLst>
                  <a:ext uri="{FF2B5EF4-FFF2-40B4-BE49-F238E27FC236}">
                    <a16:creationId xmlns:a16="http://schemas.microsoft.com/office/drawing/2014/main" id="{2ADC21AA-CD21-436C-A9D7-DC4167E50082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700000" flipH="1">
                <a:off x="6721359" y="133274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4702CCCC-772F-4AF1-8201-73C25371105B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880000" flipH="1">
                <a:off x="6617467" y="1429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62AAD2B7-288B-42CF-804B-E33B84D747A6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0" flipH="1">
                <a:off x="6520032" y="15272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D51CCD7B-95EB-4EE4-BAED-4308C80BF36E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120000" flipH="1">
                <a:off x="6429579" y="16416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Straight Connector 230">
                <a:extLst>
                  <a:ext uri="{FF2B5EF4-FFF2-40B4-BE49-F238E27FC236}">
                    <a16:creationId xmlns:a16="http://schemas.microsoft.com/office/drawing/2014/main" id="{F92C4B5C-D0FB-4C0A-B5FA-2C7DDF7625CE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240000" flipH="1">
                <a:off x="6340532" y="1750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64D2931E-A280-496D-99C1-5C2A820CB4D8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420000" flipH="1">
                <a:off x="6261757" y="18601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Straight Connector 232">
                <a:extLst>
                  <a:ext uri="{FF2B5EF4-FFF2-40B4-BE49-F238E27FC236}">
                    <a16:creationId xmlns:a16="http://schemas.microsoft.com/office/drawing/2014/main" id="{ED33CBE3-55B1-43CF-96B9-2E994EBCEA31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540000" flipH="1">
                <a:off x="6184144" y="19796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Straight Connector 233">
                <a:extLst>
                  <a:ext uri="{FF2B5EF4-FFF2-40B4-BE49-F238E27FC236}">
                    <a16:creationId xmlns:a16="http://schemas.microsoft.com/office/drawing/2014/main" id="{16C6D563-A48C-4E6B-AE46-2CCE38A66019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660000" flipH="1">
                <a:off x="6106531" y="20990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Straight Connector 234">
                <a:extLst>
                  <a:ext uri="{FF2B5EF4-FFF2-40B4-BE49-F238E27FC236}">
                    <a16:creationId xmlns:a16="http://schemas.microsoft.com/office/drawing/2014/main" id="{AD0ABECB-C92E-4F76-89A6-1334939CDF83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780000" flipH="1">
                <a:off x="6043206" y="222255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Straight Connector 235">
                <a:extLst>
                  <a:ext uri="{FF2B5EF4-FFF2-40B4-BE49-F238E27FC236}">
                    <a16:creationId xmlns:a16="http://schemas.microsoft.com/office/drawing/2014/main" id="{8C258514-FFA8-4DE3-9B25-D55705AC3BDA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960000" flipH="1">
                <a:off x="5978913" y="234430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Straight Connector 236">
                <a:extLst>
                  <a:ext uri="{FF2B5EF4-FFF2-40B4-BE49-F238E27FC236}">
                    <a16:creationId xmlns:a16="http://schemas.microsoft.com/office/drawing/2014/main" id="{C2B9E312-EEBF-4783-B25E-D7DD0D6E7120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080000" flipH="1">
                <a:off x="5912438" y="24706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Straight Connector 237">
                <a:extLst>
                  <a:ext uri="{FF2B5EF4-FFF2-40B4-BE49-F238E27FC236}">
                    <a16:creationId xmlns:a16="http://schemas.microsoft.com/office/drawing/2014/main" id="{7CB21139-A4D5-4D0F-9AD0-868FFC4240F0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0" flipH="1">
                <a:off x="5858875" y="260092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E72FF9AC-BC86-42FD-8DF7-72429C958CA8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320000" flipH="1">
                <a:off x="5808182" y="273404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23D09EAB-27F8-4FAC-91C2-4942ABA74085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500000" flipH="1">
                <a:off x="5773263" y="28668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Connector 240">
                <a:extLst>
                  <a:ext uri="{FF2B5EF4-FFF2-40B4-BE49-F238E27FC236}">
                    <a16:creationId xmlns:a16="http://schemas.microsoft.com/office/drawing/2014/main" id="{10D82CB2-C309-4CCD-9FB1-EF8F4407ECC9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620000" flipH="1">
                <a:off x="5735963" y="300206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Connector 241">
                <a:extLst>
                  <a:ext uri="{FF2B5EF4-FFF2-40B4-BE49-F238E27FC236}">
                    <a16:creationId xmlns:a16="http://schemas.microsoft.com/office/drawing/2014/main" id="{3625D6FE-BC58-4E33-B4E9-282D5CB75E05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740000" flipH="1">
                <a:off x="5700105" y="31389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Connector 242">
                <a:extLst>
                  <a:ext uri="{FF2B5EF4-FFF2-40B4-BE49-F238E27FC236}">
                    <a16:creationId xmlns:a16="http://schemas.microsoft.com/office/drawing/2014/main" id="{2158CF66-DCD3-4627-9675-61B42A303719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860000" flipH="1">
                <a:off x="5665939" y="327548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Straight Connector 243">
                <a:extLst>
                  <a:ext uri="{FF2B5EF4-FFF2-40B4-BE49-F238E27FC236}">
                    <a16:creationId xmlns:a16="http://schemas.microsoft.com/office/drawing/2014/main" id="{44ED85B9-D0C1-4222-B4BC-E81876EC3883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040000" flipH="1">
                <a:off x="5644476" y="341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1299F075-06C0-46B8-A3F7-1D7E8D6001DB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160000" flipH="1">
                <a:off x="5626530" y="3554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Straight Connector 245">
                <a:extLst>
                  <a:ext uri="{FF2B5EF4-FFF2-40B4-BE49-F238E27FC236}">
                    <a16:creationId xmlns:a16="http://schemas.microsoft.com/office/drawing/2014/main" id="{AEA87578-2C04-4651-A5BF-81D06050C9F3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280000" flipH="1">
                <a:off x="5616429" y="36918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12A8551E-D8EB-40F2-AD25-87484A17D2F1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0" flipH="1">
                <a:off x="5611319" y="38353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AC1E0E32-3B75-404A-9165-573378250855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580000" flipH="1">
                <a:off x="5608540" y="397572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4A410333-16BA-443A-B24F-418ED7753666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700000" flipH="1">
                <a:off x="5605761" y="41160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271589D1-7914-4EA7-B6B4-C1E7EA5FE674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820000" flipH="1">
                <a:off x="5624195" y="425421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Straight Connector 250">
                <a:extLst>
                  <a:ext uri="{FF2B5EF4-FFF2-40B4-BE49-F238E27FC236}">
                    <a16:creationId xmlns:a16="http://schemas.microsoft.com/office/drawing/2014/main" id="{E62A5ACA-F5D5-41F3-9549-06DB799C4D17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940000" flipH="1">
                <a:off x="5642629" y="43923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id="{EA254CA6-3565-4CD0-8BEB-C94A533C0113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120000" flipH="1">
                <a:off x="5654818" y="45363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Straight Connector 252">
                <a:extLst>
                  <a:ext uri="{FF2B5EF4-FFF2-40B4-BE49-F238E27FC236}">
                    <a16:creationId xmlns:a16="http://schemas.microsoft.com/office/drawing/2014/main" id="{E62203F9-E5BE-44F8-8D43-31EEF85E9221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240000" flipH="1">
                <a:off x="5684446" y="467136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Straight Connector 253">
                <a:extLst>
                  <a:ext uri="{FF2B5EF4-FFF2-40B4-BE49-F238E27FC236}">
                    <a16:creationId xmlns:a16="http://schemas.microsoft.com/office/drawing/2014/main" id="{FC43FC58-4722-4D22-88C1-652EB1658511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360000" flipH="1">
                <a:off x="5714074" y="48087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D4C87F1C-06F8-43CD-8920-F525A5504B52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480000" flipH="1">
                <a:off x="5748464" y="49484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Straight Connector 255">
                <a:extLst>
                  <a:ext uri="{FF2B5EF4-FFF2-40B4-BE49-F238E27FC236}">
                    <a16:creationId xmlns:a16="http://schemas.microsoft.com/office/drawing/2014/main" id="{F75BF2BA-0DFF-4812-986E-9F2286A9F464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660000" flipH="1">
                <a:off x="5792091" y="507760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Straight Connector 256">
                <a:extLst>
                  <a:ext uri="{FF2B5EF4-FFF2-40B4-BE49-F238E27FC236}">
                    <a16:creationId xmlns:a16="http://schemas.microsoft.com/office/drawing/2014/main" id="{7B79CBCB-DE00-4F16-A2FC-E54EF816BA34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780000" flipH="1">
                <a:off x="5847441" y="52112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DEA1374B-AC49-4266-965E-1F9CD9E53BC3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900000" flipH="1">
                <a:off x="5900410" y="53424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325DE178-9F40-48D5-B0A9-4B0324742253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020000" flipH="1">
                <a:off x="5955760" y="547369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29858C9E-401F-4216-8087-A25D1B58814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5392608">
            <a:off x="7397406" y="-618857"/>
            <a:ext cx="4915057" cy="4271437"/>
            <a:chOff x="5281603" y="104899"/>
            <a:chExt cx="6910397" cy="6005491"/>
          </a:xfrm>
        </p:grpSpPr>
        <p:sp>
          <p:nvSpPr>
            <p:cNvPr id="262" name="Freeform 17">
              <a:extLst>
                <a:ext uri="{FF2B5EF4-FFF2-40B4-BE49-F238E27FC236}">
                  <a16:creationId xmlns:a16="http://schemas.microsoft.com/office/drawing/2014/main" id="{D963FBC5-E6AD-44F8-AF49-6F5B5BF9DB3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281603" y="104899"/>
              <a:ext cx="6896713" cy="6005491"/>
            </a:xfrm>
            <a:custGeom>
              <a:avLst/>
              <a:gdLst>
                <a:gd name="connsiteX0" fmla="*/ 3912717 w 6896713"/>
                <a:gd name="connsiteY0" fmla="*/ 0 h 6005491"/>
                <a:gd name="connsiteX1" fmla="*/ 6679426 w 6896713"/>
                <a:gd name="connsiteY1" fmla="*/ 1146008 h 6005491"/>
                <a:gd name="connsiteX2" fmla="*/ 6896713 w 6896713"/>
                <a:gd name="connsiteY2" fmla="*/ 1385085 h 6005491"/>
                <a:gd name="connsiteX3" fmla="*/ 6896713 w 6896713"/>
                <a:gd name="connsiteY3" fmla="*/ 1431256 h 6005491"/>
                <a:gd name="connsiteX4" fmla="*/ 6657442 w 6896713"/>
                <a:gd name="connsiteY4" fmla="*/ 1167992 h 6005491"/>
                <a:gd name="connsiteX5" fmla="*/ 3912717 w 6896713"/>
                <a:gd name="connsiteY5" fmla="*/ 31089 h 6005491"/>
                <a:gd name="connsiteX6" fmla="*/ 31089 w 6896713"/>
                <a:gd name="connsiteY6" fmla="*/ 3912717 h 6005491"/>
                <a:gd name="connsiteX7" fmla="*/ 593046 w 6896713"/>
                <a:gd name="connsiteY7" fmla="*/ 5925483 h 6005491"/>
                <a:gd name="connsiteX8" fmla="*/ 633874 w 6896713"/>
                <a:gd name="connsiteY8" fmla="*/ 5989169 h 6005491"/>
                <a:gd name="connsiteX9" fmla="*/ 607415 w 6896713"/>
                <a:gd name="connsiteY9" fmla="*/ 6005491 h 6005491"/>
                <a:gd name="connsiteX10" fmla="*/ 566458 w 6896713"/>
                <a:gd name="connsiteY10" fmla="*/ 5941603 h 6005491"/>
                <a:gd name="connsiteX11" fmla="*/ 0 w 6896713"/>
                <a:gd name="connsiteY11" fmla="*/ 3912717 h 6005491"/>
                <a:gd name="connsiteX12" fmla="*/ 3912717 w 6896713"/>
                <a:gd name="connsiteY12" fmla="*/ 0 h 600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896713" h="6005491">
                  <a:moveTo>
                    <a:pt x="3912717" y="0"/>
                  </a:moveTo>
                  <a:cubicBezTo>
                    <a:pt x="4993184" y="0"/>
                    <a:pt x="5971363" y="437946"/>
                    <a:pt x="6679426" y="1146008"/>
                  </a:cubicBezTo>
                  <a:lnTo>
                    <a:pt x="6896713" y="1385085"/>
                  </a:lnTo>
                  <a:lnTo>
                    <a:pt x="6896713" y="1431256"/>
                  </a:lnTo>
                  <a:lnTo>
                    <a:pt x="6657442" y="1167992"/>
                  </a:lnTo>
                  <a:cubicBezTo>
                    <a:pt x="5955006" y="465555"/>
                    <a:pt x="4984599" y="31089"/>
                    <a:pt x="3912717" y="31089"/>
                  </a:cubicBezTo>
                  <a:cubicBezTo>
                    <a:pt x="1768953" y="31089"/>
                    <a:pt x="31089" y="1768953"/>
                    <a:pt x="31089" y="3912717"/>
                  </a:cubicBezTo>
                  <a:cubicBezTo>
                    <a:pt x="31089" y="4649636"/>
                    <a:pt x="236442" y="5338592"/>
                    <a:pt x="593046" y="5925483"/>
                  </a:cubicBezTo>
                  <a:lnTo>
                    <a:pt x="633874" y="5989169"/>
                  </a:lnTo>
                  <a:lnTo>
                    <a:pt x="607415" y="6005491"/>
                  </a:lnTo>
                  <a:lnTo>
                    <a:pt x="566458" y="5941603"/>
                  </a:lnTo>
                  <a:cubicBezTo>
                    <a:pt x="206998" y="5350013"/>
                    <a:pt x="0" y="4655538"/>
                    <a:pt x="0" y="3912717"/>
                  </a:cubicBezTo>
                  <a:cubicBezTo>
                    <a:pt x="0" y="1751783"/>
                    <a:pt x="1751783" y="0"/>
                    <a:pt x="3912717" y="0"/>
                  </a:cubicBezTo>
                  <a:close/>
                </a:path>
              </a:pathLst>
            </a:custGeom>
            <a:solidFill>
              <a:srgbClr val="FF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EF1F68DE-2C0A-4FBF-8033-8DFBB75AE20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516018" y="331504"/>
              <a:ext cx="6675982" cy="5235326"/>
              <a:chOff x="5516018" y="331504"/>
              <a:chExt cx="6675982" cy="5235326"/>
            </a:xfrm>
          </p:grpSpPr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1C147FEA-3E5D-4830-B91C-78418FE209F4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9266830" y="3315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64">
                <a:extLst>
                  <a:ext uri="{FF2B5EF4-FFF2-40B4-BE49-F238E27FC236}">
                    <a16:creationId xmlns:a16="http://schemas.microsoft.com/office/drawing/2014/main" id="{C91F075D-8726-4FD6-BE73-EDCD7607303C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" flipH="1">
                <a:off x="9408861" y="3383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id="{0BDE3685-352D-4E32-9662-2C6C92E20FAB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" flipH="1">
                <a:off x="9551700" y="34763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10A2922F-AA86-4B02-80C4-409D71A0AD79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60000" flipH="1">
                <a:off x="9688748" y="36808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8" name="Straight Connector 267">
                <a:extLst>
                  <a:ext uri="{FF2B5EF4-FFF2-40B4-BE49-F238E27FC236}">
                    <a16:creationId xmlns:a16="http://schemas.microsoft.com/office/drawing/2014/main" id="{A23C72B0-E133-40CF-A094-E239AD994B22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540000" flipH="1">
                <a:off x="9824866" y="38922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Connector 268">
                <a:extLst>
                  <a:ext uri="{FF2B5EF4-FFF2-40B4-BE49-F238E27FC236}">
                    <a16:creationId xmlns:a16="http://schemas.microsoft.com/office/drawing/2014/main" id="{63F2DFC9-23E2-4429-911D-AA55B034054A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660000" flipH="1">
                <a:off x="9966867" y="41754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E71590EC-7AA6-47B3-AFF5-6E9A1B8B1C7E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780000" flipH="1">
                <a:off x="10104425" y="4458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Straight Connector 270">
                <a:extLst>
                  <a:ext uri="{FF2B5EF4-FFF2-40B4-BE49-F238E27FC236}">
                    <a16:creationId xmlns:a16="http://schemas.microsoft.com/office/drawing/2014/main" id="{23C6AC81-5D5E-4224-B222-B731E90F1C73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900000" flipH="1">
                <a:off x="10240513" y="47948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Straight Connector 271">
                <a:extLst>
                  <a:ext uri="{FF2B5EF4-FFF2-40B4-BE49-F238E27FC236}">
                    <a16:creationId xmlns:a16="http://schemas.microsoft.com/office/drawing/2014/main" id="{164FB43F-3082-49BF-A7C5-72A42773D432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080000" flipH="1">
                <a:off x="10373882" y="52435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C9F3EE03-5655-4428-86AC-F579E8F339B2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0" flipH="1">
                <a:off x="10505632" y="570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Straight Connector 273">
                <a:extLst>
                  <a:ext uri="{FF2B5EF4-FFF2-40B4-BE49-F238E27FC236}">
                    <a16:creationId xmlns:a16="http://schemas.microsoft.com/office/drawing/2014/main" id="{EF7335E6-5FFD-4206-9AF0-1791A88C9A02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320000" flipH="1">
                <a:off x="10637382" y="62134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Straight Connector 274">
                <a:extLst>
                  <a:ext uri="{FF2B5EF4-FFF2-40B4-BE49-F238E27FC236}">
                    <a16:creationId xmlns:a16="http://schemas.microsoft.com/office/drawing/2014/main" id="{CE837EB7-EE63-4B6B-9334-1B8055AD9F30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440000" flipH="1">
                <a:off x="10760965" y="69043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Straight Connector 275">
                <a:extLst>
                  <a:ext uri="{FF2B5EF4-FFF2-40B4-BE49-F238E27FC236}">
                    <a16:creationId xmlns:a16="http://schemas.microsoft.com/office/drawing/2014/main" id="{4EE8D5FB-B44C-43C8-A4F4-D786090733FA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" flipH="1">
                <a:off x="10888991" y="755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Straight Connector 276">
                <a:extLst>
                  <a:ext uri="{FF2B5EF4-FFF2-40B4-BE49-F238E27FC236}">
                    <a16:creationId xmlns:a16="http://schemas.microsoft.com/office/drawing/2014/main" id="{8847AA0E-6A2D-41F5-A9B5-3A2F3B87528C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740000" flipH="1">
                <a:off x="11010193" y="81974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Straight Connector 277">
                <a:extLst>
                  <a:ext uri="{FF2B5EF4-FFF2-40B4-BE49-F238E27FC236}">
                    <a16:creationId xmlns:a16="http://schemas.microsoft.com/office/drawing/2014/main" id="{9E4D651B-C768-4CBE-B971-A3CA38D803F1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860000" flipH="1">
                <a:off x="11129014" y="89566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Straight Connector 278">
                <a:extLst>
                  <a:ext uri="{FF2B5EF4-FFF2-40B4-BE49-F238E27FC236}">
                    <a16:creationId xmlns:a16="http://schemas.microsoft.com/office/drawing/2014/main" id="{913496D3-4182-4D80-9A16-89DBB7408616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980000" flipH="1">
                <a:off x="11249872" y="968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Connector 279">
                <a:extLst>
                  <a:ext uri="{FF2B5EF4-FFF2-40B4-BE49-F238E27FC236}">
                    <a16:creationId xmlns:a16="http://schemas.microsoft.com/office/drawing/2014/main" id="{088D4C91-F0F7-4549-B54A-CC855FD3A788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160000" flipH="1">
                <a:off x="11366875" y="10480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Straight Connector 280">
                <a:extLst>
                  <a:ext uri="{FF2B5EF4-FFF2-40B4-BE49-F238E27FC236}">
                    <a16:creationId xmlns:a16="http://schemas.microsoft.com/office/drawing/2014/main" id="{84885948-783E-4197-B942-2DDCD542EA66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280000" flipH="1">
                <a:off x="11474058" y="11315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Straight Connector 281">
                <a:extLst>
                  <a:ext uri="{FF2B5EF4-FFF2-40B4-BE49-F238E27FC236}">
                    <a16:creationId xmlns:a16="http://schemas.microsoft.com/office/drawing/2014/main" id="{2837E330-008B-45A6-98A5-CE7D6FBBE10C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0" flipH="1">
                <a:off x="11583303" y="122179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Straight Connector 282">
                <a:extLst>
                  <a:ext uri="{FF2B5EF4-FFF2-40B4-BE49-F238E27FC236}">
                    <a16:creationId xmlns:a16="http://schemas.microsoft.com/office/drawing/2014/main" id="{DD807602-B947-4984-8017-D89F3B0ADBAF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520000" flipH="1">
                <a:off x="11685344" y="132177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4" name="Straight Connector 283">
                <a:extLst>
                  <a:ext uri="{FF2B5EF4-FFF2-40B4-BE49-F238E27FC236}">
                    <a16:creationId xmlns:a16="http://schemas.microsoft.com/office/drawing/2014/main" id="{57AA37C4-9C24-41F1-98CA-BBD9BE159565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700000" flipH="1">
                <a:off x="11787704" y="14176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5" name="Straight Connector 284">
                <a:extLst>
                  <a:ext uri="{FF2B5EF4-FFF2-40B4-BE49-F238E27FC236}">
                    <a16:creationId xmlns:a16="http://schemas.microsoft.com/office/drawing/2014/main" id="{692CF8CD-056F-4556-939F-1EFF0FECEC15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820000" flipH="1">
                <a:off x="11880859" y="15179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" name="Straight Connector 285">
                <a:extLst>
                  <a:ext uri="{FF2B5EF4-FFF2-40B4-BE49-F238E27FC236}">
                    <a16:creationId xmlns:a16="http://schemas.microsoft.com/office/drawing/2014/main" id="{A29F3FAC-18B2-4886-9A93-44B7AD01DF6E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940000" flipH="1">
                <a:off x="11969252" y="162743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" name="Straight Connector 286">
                <a:extLst>
                  <a:ext uri="{FF2B5EF4-FFF2-40B4-BE49-F238E27FC236}">
                    <a16:creationId xmlns:a16="http://schemas.microsoft.com/office/drawing/2014/main" id="{35B536E5-4149-49B5-8119-04FF4A5ACF36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060000" flipH="1">
                <a:off x="12062016" y="173601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Straight Connector 287">
                <a:extLst>
                  <a:ext uri="{FF2B5EF4-FFF2-40B4-BE49-F238E27FC236}">
                    <a16:creationId xmlns:a16="http://schemas.microsoft.com/office/drawing/2014/main" id="{4A2B8B6A-D5D3-4DAA-AB4B-A1C1086B408E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074680" y="1910249"/>
                <a:ext cx="117320" cy="82912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Straight Connector 288">
                <a:extLst>
                  <a:ext uri="{FF2B5EF4-FFF2-40B4-BE49-F238E27FC236}">
                    <a16:creationId xmlns:a16="http://schemas.microsoft.com/office/drawing/2014/main" id="{F8E4C672-BE9E-4026-992B-B2FE6C13618B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149943" y="2083594"/>
                <a:ext cx="39676" cy="21436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Straight Connector 289">
                <a:extLst>
                  <a:ext uri="{FF2B5EF4-FFF2-40B4-BE49-F238E27FC236}">
                    <a16:creationId xmlns:a16="http://schemas.microsoft.com/office/drawing/2014/main" id="{AC36DA4E-F1E7-4B68-ADA1-4F132BDCF231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" flipH="1">
                <a:off x="9127990" y="33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EB5D2532-6A77-4DE1-8BB0-37AA33FD9F28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" flipH="1">
                <a:off x="8987576" y="33663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Straight Connector 291">
                <a:extLst>
                  <a:ext uri="{FF2B5EF4-FFF2-40B4-BE49-F238E27FC236}">
                    <a16:creationId xmlns:a16="http://schemas.microsoft.com/office/drawing/2014/main" id="{BF234A36-BE57-450D-BDA2-AD70152CF5C5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" flipH="1">
                <a:off x="8844859" y="35117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D461473E-1290-4BD0-B4DF-3C95DCE0F615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" flipH="1">
                <a:off x="8706904" y="3657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50325318-A62D-4427-B613-AF5E076E3D3D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20000" flipH="1">
                <a:off x="8568008" y="3878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Straight Connector 294">
                <a:extLst>
                  <a:ext uri="{FF2B5EF4-FFF2-40B4-BE49-F238E27FC236}">
                    <a16:creationId xmlns:a16="http://schemas.microsoft.com/office/drawing/2014/main" id="{3F928DB9-6B46-43EF-A7CF-C4B9830CA51B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840000" flipH="1">
                <a:off x="8429112" y="4100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Straight Connector 295">
                <a:extLst>
                  <a:ext uri="{FF2B5EF4-FFF2-40B4-BE49-F238E27FC236}">
                    <a16:creationId xmlns:a16="http://schemas.microsoft.com/office/drawing/2014/main" id="{BA011901-65F6-4D44-BD40-744878B6B2D1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960000" flipH="1">
                <a:off x="8294968" y="4462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Straight Connector 296">
                <a:extLst>
                  <a:ext uri="{FF2B5EF4-FFF2-40B4-BE49-F238E27FC236}">
                    <a16:creationId xmlns:a16="http://schemas.microsoft.com/office/drawing/2014/main" id="{E838496B-B788-4873-9E1C-9B4442984E61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080000" flipH="1">
                <a:off x="8160824" y="48237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Straight Connector 297">
                <a:extLst>
                  <a:ext uri="{FF2B5EF4-FFF2-40B4-BE49-F238E27FC236}">
                    <a16:creationId xmlns:a16="http://schemas.microsoft.com/office/drawing/2014/main" id="{A15262F7-23A5-4A6B-BD2C-44CF82ECDEEA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260000" flipH="1">
                <a:off x="8027689" y="53184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Straight Connector 298">
                <a:extLst>
                  <a:ext uri="{FF2B5EF4-FFF2-40B4-BE49-F238E27FC236}">
                    <a16:creationId xmlns:a16="http://schemas.microsoft.com/office/drawing/2014/main" id="{B5857A42-75EB-4FF2-AF41-2D612A687D34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380000" flipH="1">
                <a:off x="7894554" y="58132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Straight Connector 299">
                <a:extLst>
                  <a:ext uri="{FF2B5EF4-FFF2-40B4-BE49-F238E27FC236}">
                    <a16:creationId xmlns:a16="http://schemas.microsoft.com/office/drawing/2014/main" id="{3FC449E1-9573-406B-A201-3E897E668A4C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500000" flipH="1">
                <a:off x="7761419" y="63079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Straight Connector 300">
                <a:extLst>
                  <a:ext uri="{FF2B5EF4-FFF2-40B4-BE49-F238E27FC236}">
                    <a16:creationId xmlns:a16="http://schemas.microsoft.com/office/drawing/2014/main" id="{71001847-954F-46EC-97E7-E38732517B9E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620000" flipH="1">
                <a:off x="7636645" y="6898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Straight Connector 301">
                <a:extLst>
                  <a:ext uri="{FF2B5EF4-FFF2-40B4-BE49-F238E27FC236}">
                    <a16:creationId xmlns:a16="http://schemas.microsoft.com/office/drawing/2014/main" id="{F3B040FD-D427-4F90-8CFC-D4295224879A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0" flipH="1">
                <a:off x="7511871" y="75119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975C627A-78ED-4D2B-9F9E-26BE2C0A7503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920000" flipH="1">
                <a:off x="7387899" y="81977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2523831A-B9F1-40EF-B113-873BEFA66099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040000" flipH="1">
                <a:off x="7268530" y="8931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07483313-610C-403C-811D-EE70A78046D3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160000" flipH="1">
                <a:off x="7152030" y="9765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Straight Connector 305">
                <a:extLst>
                  <a:ext uri="{FF2B5EF4-FFF2-40B4-BE49-F238E27FC236}">
                    <a16:creationId xmlns:a16="http://schemas.microsoft.com/office/drawing/2014/main" id="{E1CE5A29-BB15-441C-B3CD-3D3EE2163DA8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340000" flipH="1">
                <a:off x="7041695" y="10600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" name="Straight Connector 306">
                <a:extLst>
                  <a:ext uri="{FF2B5EF4-FFF2-40B4-BE49-F238E27FC236}">
                    <a16:creationId xmlns:a16="http://schemas.microsoft.com/office/drawing/2014/main" id="{E476D005-3155-4DEF-88DE-068B497DED91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460000" flipH="1">
                <a:off x="6931360" y="114346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2628975E-6165-407B-8A45-7F23746BCC6E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580000" flipH="1">
                <a:off x="6819070" y="123586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Straight Connector 308">
                <a:extLst>
                  <a:ext uri="{FF2B5EF4-FFF2-40B4-BE49-F238E27FC236}">
                    <a16:creationId xmlns:a16="http://schemas.microsoft.com/office/drawing/2014/main" id="{6A69F000-3171-47D5-8EFE-4F201716C071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700000" flipH="1">
                <a:off x="6721359" y="133274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0" name="Straight Connector 309">
                <a:extLst>
                  <a:ext uri="{FF2B5EF4-FFF2-40B4-BE49-F238E27FC236}">
                    <a16:creationId xmlns:a16="http://schemas.microsoft.com/office/drawing/2014/main" id="{60092325-1C07-4FBC-9C9C-42244C9B9DC2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880000" flipH="1">
                <a:off x="6617467" y="1429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1" name="Straight Connector 310">
                <a:extLst>
                  <a:ext uri="{FF2B5EF4-FFF2-40B4-BE49-F238E27FC236}">
                    <a16:creationId xmlns:a16="http://schemas.microsoft.com/office/drawing/2014/main" id="{2A33CB00-75FF-4DFF-9D6A-CEF5EA2E2602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0" flipH="1">
                <a:off x="6520032" y="15272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139B85FF-580E-435C-8523-23A0352695B6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120000" flipH="1">
                <a:off x="6429579" y="16416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C53E7419-AF0F-4B69-88BF-853EDC328C5B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240000" flipH="1">
                <a:off x="6340532" y="1750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" name="Straight Connector 313">
                <a:extLst>
                  <a:ext uri="{FF2B5EF4-FFF2-40B4-BE49-F238E27FC236}">
                    <a16:creationId xmlns:a16="http://schemas.microsoft.com/office/drawing/2014/main" id="{052C8AEF-9C9D-4737-BA0F-DBB3BF0C04C7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420000" flipH="1">
                <a:off x="6261757" y="18601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5" name="Straight Connector 314">
                <a:extLst>
                  <a:ext uri="{FF2B5EF4-FFF2-40B4-BE49-F238E27FC236}">
                    <a16:creationId xmlns:a16="http://schemas.microsoft.com/office/drawing/2014/main" id="{6ADDDBC2-F0DB-4038-98D0-B38749D8C0E7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540000" flipH="1">
                <a:off x="6184144" y="19796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6" name="Straight Connector 315">
                <a:extLst>
                  <a:ext uri="{FF2B5EF4-FFF2-40B4-BE49-F238E27FC236}">
                    <a16:creationId xmlns:a16="http://schemas.microsoft.com/office/drawing/2014/main" id="{E5F14C72-98E5-4A6C-BA03-5E105AA4D4C8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660000" flipH="1">
                <a:off x="6106531" y="20990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" name="Straight Connector 316">
                <a:extLst>
                  <a:ext uri="{FF2B5EF4-FFF2-40B4-BE49-F238E27FC236}">
                    <a16:creationId xmlns:a16="http://schemas.microsoft.com/office/drawing/2014/main" id="{9ACEF013-464E-44D2-9B83-863E69077E16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780000" flipH="1">
                <a:off x="6043206" y="222255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" name="Straight Connector 317">
                <a:extLst>
                  <a:ext uri="{FF2B5EF4-FFF2-40B4-BE49-F238E27FC236}">
                    <a16:creationId xmlns:a16="http://schemas.microsoft.com/office/drawing/2014/main" id="{3141F09F-05CE-4CE9-9F5A-861FBC31A83A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960000" flipH="1">
                <a:off x="5978913" y="234430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" name="Straight Connector 318">
                <a:extLst>
                  <a:ext uri="{FF2B5EF4-FFF2-40B4-BE49-F238E27FC236}">
                    <a16:creationId xmlns:a16="http://schemas.microsoft.com/office/drawing/2014/main" id="{7ED70A3C-4B21-4941-9F11-00A51A748A05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080000" flipH="1">
                <a:off x="5912438" y="24706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0" name="Straight Connector 319">
                <a:extLst>
                  <a:ext uri="{FF2B5EF4-FFF2-40B4-BE49-F238E27FC236}">
                    <a16:creationId xmlns:a16="http://schemas.microsoft.com/office/drawing/2014/main" id="{11927814-33EF-4FBA-95F7-4138C1C7CEC0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0" flipH="1">
                <a:off x="5858875" y="260092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1" name="Straight Connector 320">
                <a:extLst>
                  <a:ext uri="{FF2B5EF4-FFF2-40B4-BE49-F238E27FC236}">
                    <a16:creationId xmlns:a16="http://schemas.microsoft.com/office/drawing/2014/main" id="{F4D2B900-3BAC-4EE3-AB6E-9F3212F4DCAF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320000" flipH="1">
                <a:off x="5808182" y="273404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Straight Connector 321">
                <a:extLst>
                  <a:ext uri="{FF2B5EF4-FFF2-40B4-BE49-F238E27FC236}">
                    <a16:creationId xmlns:a16="http://schemas.microsoft.com/office/drawing/2014/main" id="{FB00017B-AD65-4759-8A6A-B03C70E07BA2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500000" flipH="1">
                <a:off x="5773263" y="28668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Straight Connector 322">
                <a:extLst>
                  <a:ext uri="{FF2B5EF4-FFF2-40B4-BE49-F238E27FC236}">
                    <a16:creationId xmlns:a16="http://schemas.microsoft.com/office/drawing/2014/main" id="{22C4A8E2-640F-4D30-99EC-A2D2B0FD6E5D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620000" flipH="1">
                <a:off x="5735963" y="300206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Straight Connector 323">
                <a:extLst>
                  <a:ext uri="{FF2B5EF4-FFF2-40B4-BE49-F238E27FC236}">
                    <a16:creationId xmlns:a16="http://schemas.microsoft.com/office/drawing/2014/main" id="{9492085E-DF05-4380-B8C2-93832478CFEB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740000" flipH="1">
                <a:off x="5700105" y="31389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Straight Connector 324">
                <a:extLst>
                  <a:ext uri="{FF2B5EF4-FFF2-40B4-BE49-F238E27FC236}">
                    <a16:creationId xmlns:a16="http://schemas.microsoft.com/office/drawing/2014/main" id="{49750F82-33DB-42EE-B31F-CC5DE7EBA149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860000" flipH="1">
                <a:off x="5665939" y="327548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Straight Connector 325">
                <a:extLst>
                  <a:ext uri="{FF2B5EF4-FFF2-40B4-BE49-F238E27FC236}">
                    <a16:creationId xmlns:a16="http://schemas.microsoft.com/office/drawing/2014/main" id="{60B9848F-8B4C-4440-9BF6-98A4F3F72C09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040000" flipH="1">
                <a:off x="5644476" y="341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Straight Connector 326">
                <a:extLst>
                  <a:ext uri="{FF2B5EF4-FFF2-40B4-BE49-F238E27FC236}">
                    <a16:creationId xmlns:a16="http://schemas.microsoft.com/office/drawing/2014/main" id="{E7AA0900-78F5-4163-807F-3DEE6DCBB10E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160000" flipH="1">
                <a:off x="5626530" y="3554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Straight Connector 327">
                <a:extLst>
                  <a:ext uri="{FF2B5EF4-FFF2-40B4-BE49-F238E27FC236}">
                    <a16:creationId xmlns:a16="http://schemas.microsoft.com/office/drawing/2014/main" id="{0F627689-9632-474B-B3A8-EC1A82A36E6C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280000" flipH="1">
                <a:off x="5616429" y="36918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Straight Connector 328">
                <a:extLst>
                  <a:ext uri="{FF2B5EF4-FFF2-40B4-BE49-F238E27FC236}">
                    <a16:creationId xmlns:a16="http://schemas.microsoft.com/office/drawing/2014/main" id="{71C6CB03-F81D-48A2-BF05-98D4EF2CC20A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0" flipH="1">
                <a:off x="5611319" y="38353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12FB4D2F-4789-48A1-A4AA-F318ED2BA5B7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580000" flipH="1">
                <a:off x="5608540" y="397572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64B8907A-2A80-490C-AACF-678CA6DE19D1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700000" flipH="1">
                <a:off x="5605761" y="41160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A175CCF3-4796-4C76-A92E-B495335FB451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820000" flipH="1">
                <a:off x="5624195" y="425421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8CFC6D15-64F3-449C-8C0B-3FCB2976D261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940000" flipH="1">
                <a:off x="5642629" y="43923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Straight Connector 333">
                <a:extLst>
                  <a:ext uri="{FF2B5EF4-FFF2-40B4-BE49-F238E27FC236}">
                    <a16:creationId xmlns:a16="http://schemas.microsoft.com/office/drawing/2014/main" id="{008AA4A6-DD28-4235-AAE3-CC28DF834303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120000" flipH="1">
                <a:off x="5654818" y="45363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Straight Connector 334">
                <a:extLst>
                  <a:ext uri="{FF2B5EF4-FFF2-40B4-BE49-F238E27FC236}">
                    <a16:creationId xmlns:a16="http://schemas.microsoft.com/office/drawing/2014/main" id="{3D393E8B-AAB8-4606-A4FA-815EDABDD12F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240000" flipH="1">
                <a:off x="5684446" y="467136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Straight Connector 335">
                <a:extLst>
                  <a:ext uri="{FF2B5EF4-FFF2-40B4-BE49-F238E27FC236}">
                    <a16:creationId xmlns:a16="http://schemas.microsoft.com/office/drawing/2014/main" id="{8BA7B770-7EB6-4AC1-B028-9C45DEE440EE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360000" flipH="1">
                <a:off x="5714074" y="48087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" name="Straight Connector 336">
                <a:extLst>
                  <a:ext uri="{FF2B5EF4-FFF2-40B4-BE49-F238E27FC236}">
                    <a16:creationId xmlns:a16="http://schemas.microsoft.com/office/drawing/2014/main" id="{D87B822C-3951-4E65-A45D-7160FAC3FD08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480000" flipH="1">
                <a:off x="5748464" y="49484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Straight Connector 337">
                <a:extLst>
                  <a:ext uri="{FF2B5EF4-FFF2-40B4-BE49-F238E27FC236}">
                    <a16:creationId xmlns:a16="http://schemas.microsoft.com/office/drawing/2014/main" id="{54B9CDF0-DC54-4868-B60A-6840FDE6A293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660000" flipH="1">
                <a:off x="5792091" y="507760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Straight Connector 338">
                <a:extLst>
                  <a:ext uri="{FF2B5EF4-FFF2-40B4-BE49-F238E27FC236}">
                    <a16:creationId xmlns:a16="http://schemas.microsoft.com/office/drawing/2014/main" id="{3706BEC8-029B-4E0F-A55F-A552E1DE26CA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780000" flipH="1">
                <a:off x="5847441" y="52112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0" name="Straight Connector 339">
                <a:extLst>
                  <a:ext uri="{FF2B5EF4-FFF2-40B4-BE49-F238E27FC236}">
                    <a16:creationId xmlns:a16="http://schemas.microsoft.com/office/drawing/2014/main" id="{25EBA5EB-4807-4E96-BA08-B6B74AE04050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900000" flipH="1">
                <a:off x="5900410" y="53424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1" name="Straight Connector 340">
                <a:extLst>
                  <a:ext uri="{FF2B5EF4-FFF2-40B4-BE49-F238E27FC236}">
                    <a16:creationId xmlns:a16="http://schemas.microsoft.com/office/drawing/2014/main" id="{5548885E-CABE-42B5-B06A-1E6B9B198112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020000" flipH="1">
                <a:off x="5955760" y="547369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 descr="abstract image of light dots">
            <a:extLst>
              <a:ext uri="{FF2B5EF4-FFF2-40B4-BE49-F238E27FC236}">
                <a16:creationId xmlns:a16="http://schemas.microsoft.com/office/drawing/2014/main" id="{FE6C54C5-D2F4-48F8-B65E-7506F07BCCF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268" r="4773" b="-1"/>
          <a:stretch/>
        </p:blipFill>
        <p:spPr>
          <a:xfrm>
            <a:off x="8055588" y="-3863"/>
            <a:ext cx="4132754" cy="3445946"/>
          </a:xfrm>
          <a:custGeom>
            <a:avLst/>
            <a:gdLst>
              <a:gd name="connsiteX0" fmla="*/ 303228 w 4638368"/>
              <a:gd name="connsiteY0" fmla="*/ 0 h 3867534"/>
              <a:gd name="connsiteX1" fmla="*/ 4638368 w 4638368"/>
              <a:gd name="connsiteY1" fmla="*/ 0 h 3867534"/>
              <a:gd name="connsiteX2" fmla="*/ 4638368 w 4638368"/>
              <a:gd name="connsiteY2" fmla="*/ 2952747 h 3867534"/>
              <a:gd name="connsiteX3" fmla="*/ 4585825 w 4638368"/>
              <a:gd name="connsiteY3" fmla="*/ 3013864 h 3867534"/>
              <a:gd name="connsiteX4" fmla="*/ 2641346 w 4638368"/>
              <a:gd name="connsiteY4" fmla="*/ 3867534 h 3867534"/>
              <a:gd name="connsiteX5" fmla="*/ 0 w 4638368"/>
              <a:gd name="connsiteY5" fmla="*/ 1226188 h 3867534"/>
              <a:gd name="connsiteX6" fmla="*/ 260466 w 4638368"/>
              <a:gd name="connsiteY6" fmla="*/ 81056 h 3867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38368" h="3867534">
                <a:moveTo>
                  <a:pt x="303228" y="0"/>
                </a:moveTo>
                <a:lnTo>
                  <a:pt x="4638368" y="0"/>
                </a:lnTo>
                <a:lnTo>
                  <a:pt x="4638368" y="2952747"/>
                </a:lnTo>
                <a:lnTo>
                  <a:pt x="4585825" y="3013864"/>
                </a:lnTo>
                <a:cubicBezTo>
                  <a:pt x="4103088" y="3538671"/>
                  <a:pt x="3410622" y="3867534"/>
                  <a:pt x="2641346" y="3867534"/>
                </a:cubicBezTo>
                <a:cubicBezTo>
                  <a:pt x="1182571" y="3867534"/>
                  <a:pt x="0" y="2684963"/>
                  <a:pt x="0" y="1226188"/>
                </a:cubicBezTo>
                <a:cubicBezTo>
                  <a:pt x="0" y="815907"/>
                  <a:pt x="93544" y="427475"/>
                  <a:pt x="260466" y="81056"/>
                </a:cubicBezTo>
                <a:close/>
              </a:path>
            </a:pathLst>
          </a:custGeom>
        </p:spPr>
      </p:pic>
      <p:graphicFrame>
        <p:nvGraphicFramePr>
          <p:cNvPr id="5" name="Content Placeholder 4" descr="SmartArt graphic">
            <a:extLst>
              <a:ext uri="{FF2B5EF4-FFF2-40B4-BE49-F238E27FC236}">
                <a16:creationId xmlns:a16="http://schemas.microsoft.com/office/drawing/2014/main" id="{C983627E-F26C-354F-BF0A-ECCD7E968A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7711097"/>
              </p:ext>
            </p:extLst>
          </p:nvPr>
        </p:nvGraphicFramePr>
        <p:xfrm>
          <a:off x="685801" y="2142067"/>
          <a:ext cx="6143423" cy="3649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2913824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night sky with mountains on the horizon">
            <a:extLst>
              <a:ext uri="{FF2B5EF4-FFF2-40B4-BE49-F238E27FC236}">
                <a16:creationId xmlns:a16="http://schemas.microsoft.com/office/drawing/2014/main" id="{2739CFE1-3E46-48B5-9BDB-769492BA7A5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3"/>
          <a:srcRect t="4555" b="4555"/>
          <a:stretch/>
        </p:blipFill>
        <p:spPr>
          <a:xfrm>
            <a:off x="-600" y="-1226"/>
            <a:ext cx="12193200" cy="6860452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6090347" y="706999"/>
                </a:moveTo>
                <a:cubicBezTo>
                  <a:pt x="4588386" y="706999"/>
                  <a:pt x="3370806" y="1924579"/>
                  <a:pt x="3370806" y="3426541"/>
                </a:cubicBezTo>
                <a:cubicBezTo>
                  <a:pt x="3370806" y="4928503"/>
                  <a:pt x="4588386" y="6146083"/>
                  <a:pt x="6090347" y="6146083"/>
                </a:cubicBezTo>
                <a:cubicBezTo>
                  <a:pt x="7592308" y="6146083"/>
                  <a:pt x="8809888" y="4928503"/>
                  <a:pt x="8809888" y="3426541"/>
                </a:cubicBezTo>
                <a:cubicBezTo>
                  <a:pt x="8809888" y="1924579"/>
                  <a:pt x="7592308" y="706999"/>
                  <a:pt x="6090347" y="706999"/>
                </a:cubicBezTo>
                <a:close/>
                <a:moveTo>
                  <a:pt x="6082303" y="247854"/>
                </a:moveTo>
                <a:cubicBezTo>
                  <a:pt x="7836802" y="247854"/>
                  <a:pt x="9259104" y="1671227"/>
                  <a:pt x="9259104" y="3427045"/>
                </a:cubicBezTo>
                <a:cubicBezTo>
                  <a:pt x="9259104" y="5182864"/>
                  <a:pt x="7836802" y="6606237"/>
                  <a:pt x="6082303" y="6606237"/>
                </a:cubicBezTo>
                <a:cubicBezTo>
                  <a:pt x="4327804" y="6606237"/>
                  <a:pt x="2905502" y="5182864"/>
                  <a:pt x="2905502" y="3427045"/>
                </a:cubicBezTo>
                <a:cubicBezTo>
                  <a:pt x="2905502" y="1671227"/>
                  <a:pt x="4327804" y="247854"/>
                  <a:pt x="6082303" y="247854"/>
                </a:cubicBezTo>
                <a:close/>
                <a:moveTo>
                  <a:pt x="9560257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9560255" y="6858000"/>
                </a:lnTo>
                <a:lnTo>
                  <a:pt x="9704262" y="6706843"/>
                </a:lnTo>
                <a:cubicBezTo>
                  <a:pt x="10490530" y="5841105"/>
                  <a:pt x="10969748" y="4691058"/>
                  <a:pt x="10969748" y="3428999"/>
                </a:cubicBezTo>
                <a:cubicBezTo>
                  <a:pt x="10969748" y="2166941"/>
                  <a:pt x="10490530" y="1016894"/>
                  <a:pt x="9704262" y="151155"/>
                </a:cubicBezTo>
                <a:close/>
                <a:moveTo>
                  <a:pt x="7947654" y="0"/>
                </a:moveTo>
                <a:lnTo>
                  <a:pt x="8099035" y="0"/>
                </a:lnTo>
                <a:lnTo>
                  <a:pt x="8158569" y="34257"/>
                </a:lnTo>
                <a:cubicBezTo>
                  <a:pt x="9305381" y="731601"/>
                  <a:pt x="10071441" y="1993601"/>
                  <a:pt x="10071441" y="3434659"/>
                </a:cubicBezTo>
                <a:cubicBezTo>
                  <a:pt x="10071441" y="4875717"/>
                  <a:pt x="9305381" y="6137716"/>
                  <a:pt x="8158569" y="6835060"/>
                </a:cubicBezTo>
                <a:lnTo>
                  <a:pt x="8118703" y="6858000"/>
                </a:lnTo>
                <a:lnTo>
                  <a:pt x="7923440" y="6858000"/>
                </a:lnTo>
                <a:lnTo>
                  <a:pt x="7938929" y="6850061"/>
                </a:lnTo>
                <a:cubicBezTo>
                  <a:pt x="9153123" y="6189975"/>
                  <a:pt x="9977382" y="4902579"/>
                  <a:pt x="9977382" y="3422520"/>
                </a:cubicBezTo>
                <a:cubicBezTo>
                  <a:pt x="9977382" y="2009739"/>
                  <a:pt x="9226353" y="772500"/>
                  <a:pt x="8102044" y="88839"/>
                </a:cubicBezTo>
                <a:close/>
                <a:moveTo>
                  <a:pt x="4097777" y="0"/>
                </a:moveTo>
                <a:lnTo>
                  <a:pt x="4216953" y="0"/>
                </a:lnTo>
                <a:lnTo>
                  <a:pt x="4062563" y="88839"/>
                </a:lnTo>
                <a:cubicBezTo>
                  <a:pt x="2938253" y="772500"/>
                  <a:pt x="2187224" y="2009739"/>
                  <a:pt x="2187224" y="3422520"/>
                </a:cubicBezTo>
                <a:cubicBezTo>
                  <a:pt x="2187224" y="4902579"/>
                  <a:pt x="3011483" y="6189975"/>
                  <a:pt x="4225677" y="6850061"/>
                </a:cubicBezTo>
                <a:lnTo>
                  <a:pt x="4241167" y="6858000"/>
                </a:lnTo>
                <a:lnTo>
                  <a:pt x="4078110" y="6858000"/>
                </a:lnTo>
                <a:lnTo>
                  <a:pt x="4038243" y="6835060"/>
                </a:lnTo>
                <a:cubicBezTo>
                  <a:pt x="2891431" y="6137716"/>
                  <a:pt x="2125371" y="4875717"/>
                  <a:pt x="2125371" y="3434659"/>
                </a:cubicBezTo>
                <a:cubicBezTo>
                  <a:pt x="2125371" y="1993601"/>
                  <a:pt x="2891431" y="731601"/>
                  <a:pt x="4038243" y="34257"/>
                </a:cubicBezTo>
                <a:close/>
                <a:moveTo>
                  <a:pt x="0" y="0"/>
                </a:moveTo>
                <a:lnTo>
                  <a:pt x="2636555" y="0"/>
                </a:lnTo>
                <a:lnTo>
                  <a:pt x="2492551" y="151155"/>
                </a:lnTo>
                <a:cubicBezTo>
                  <a:pt x="1706282" y="1016894"/>
                  <a:pt x="1227064" y="2166941"/>
                  <a:pt x="1227064" y="3428999"/>
                </a:cubicBezTo>
                <a:cubicBezTo>
                  <a:pt x="1227064" y="4691058"/>
                  <a:pt x="1706282" y="5841105"/>
                  <a:pt x="2492551" y="6706843"/>
                </a:cubicBezTo>
                <a:lnTo>
                  <a:pt x="2636557" y="6858000"/>
                </a:lnTo>
                <a:lnTo>
                  <a:pt x="0" y="6858000"/>
                </a:lnTo>
                <a:close/>
              </a:path>
            </a:pathLst>
          </a:custGeom>
          <a:ln w="60325" cmpd="dbl">
            <a:solidFill>
              <a:schemeClr val="tx1">
                <a:alpha val="40000"/>
              </a:schemeClr>
            </a:solidFill>
          </a:ln>
        </p:spPr>
      </p:pic>
      <p:graphicFrame>
        <p:nvGraphicFramePr>
          <p:cNvPr id="5" name="Content Placeholder 4" descr="SmartArt graphic">
            <a:extLst>
              <a:ext uri="{FF2B5EF4-FFF2-40B4-BE49-F238E27FC236}">
                <a16:creationId xmlns:a16="http://schemas.microsoft.com/office/drawing/2014/main" id="{21A182E9-AC38-4344-9247-5AB4B8F03A2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69844446"/>
              </p:ext>
            </p:extLst>
          </p:nvPr>
        </p:nvGraphicFramePr>
        <p:xfrm>
          <a:off x="2569323" y="2142067"/>
          <a:ext cx="7390680" cy="3725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44E241E-3110-4B1C-B9B0-F17B90FEE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8903" y="787400"/>
            <a:ext cx="7390680" cy="12784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IN" dirty="0">
                <a:latin typeface="Arial Rounded MT Bold" panose="020F0704030504030204" pitchFamily="34" charset="0"/>
              </a:rPr>
              <a:t>SYSTEM WORKING PRINCIPLE</a:t>
            </a:r>
            <a:endParaRPr lang="en-US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828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527824"/>
          </a:xfrm>
        </p:spPr>
        <p:txBody>
          <a:bodyPr>
            <a:normAutofit fontScale="90000"/>
          </a:bodyPr>
          <a:lstStyle/>
          <a:p>
            <a:r>
              <a:rPr lang="en-US" u="sng" dirty="0" smtClean="0">
                <a:latin typeface="Arial Rounded MT Bold" panose="020F0704030504030204" pitchFamily="34" charset="0"/>
              </a:rPr>
              <a:t>Results and discussions:</a:t>
            </a:r>
            <a:endParaRPr lang="en-IN" u="sng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471961"/>
            <a:ext cx="10576931" cy="4716966"/>
          </a:xfrm>
        </p:spPr>
        <p:txBody>
          <a:bodyPr>
            <a:normAutofit/>
          </a:bodyPr>
          <a:lstStyle/>
          <a:p>
            <a:r>
              <a:rPr lang="en-US" sz="2400" b="1" u="sng" dirty="0" smtClean="0">
                <a:latin typeface="Agency FB" panose="020B0503020202020204" pitchFamily="34" charset="0"/>
              </a:rPr>
              <a:t>Results:</a:t>
            </a:r>
            <a:endParaRPr lang="en-US" sz="2400" b="1" u="sng" dirty="0">
              <a:latin typeface="Agency FB" panose="020B0503020202020204" pitchFamily="34" charset="0"/>
            </a:endParaRPr>
          </a:p>
          <a:p>
            <a:r>
              <a:rPr lang="en-US" sz="2400" dirty="0">
                <a:latin typeface="Agency FB" panose="020B0503020202020204" pitchFamily="34" charset="0"/>
              </a:rPr>
              <a:t>The system successfully captured real-time images using the ESP32-CAM and transmitted them through </a:t>
            </a:r>
            <a:r>
              <a:rPr lang="en-US" sz="2400" dirty="0" err="1">
                <a:latin typeface="Agency FB" panose="020B0503020202020204" pitchFamily="34" charset="0"/>
              </a:rPr>
              <a:t>WiFi</a:t>
            </a:r>
            <a:r>
              <a:rPr lang="en-US" sz="2400" dirty="0">
                <a:latin typeface="Agency FB" panose="020B0503020202020204" pitchFamily="34" charset="0"/>
              </a:rPr>
              <a:t> for processing. The YOLO algorithm was able to identify plastic and non-plastic objects with good accuracy under proper lighting conditions. The detection process was fast and suitable for real-time applications, showing stable and continuous performance during testing</a:t>
            </a:r>
            <a:r>
              <a:rPr lang="en-US" sz="2400" dirty="0" smtClean="0">
                <a:latin typeface="Agency FB" panose="020B0503020202020204" pitchFamily="34" charset="0"/>
              </a:rPr>
              <a:t>.</a:t>
            </a:r>
          </a:p>
          <a:p>
            <a:r>
              <a:rPr lang="en-US" sz="2400" b="1" u="sng" dirty="0" smtClean="0">
                <a:latin typeface="Agency FB" panose="020B0503020202020204" pitchFamily="34" charset="0"/>
              </a:rPr>
              <a:t>Discussion:</a:t>
            </a:r>
            <a:endParaRPr lang="en-US" sz="2400" b="1" u="sng" dirty="0">
              <a:latin typeface="Agency FB" panose="020B0503020202020204" pitchFamily="34" charset="0"/>
            </a:endParaRPr>
          </a:p>
          <a:p>
            <a:r>
              <a:rPr lang="en-US" sz="2400" dirty="0">
                <a:latin typeface="Agency FB" panose="020B0503020202020204" pitchFamily="34" charset="0"/>
              </a:rPr>
              <a:t>The accuracy of the system mainly depends on lighting conditions, image clarity, and the quality of the trained dataset. The ESP32-CAM provides a low-cost solution, but its limitations are overcome by using Python-based YOLO processing. The system is scalable and effective for basic waste segregation, but it can be further improved to detect multiple types of waste and enable automatic physical segregation.</a:t>
            </a:r>
          </a:p>
          <a:p>
            <a:endParaRPr lang="en-US" sz="24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968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617033"/>
          </a:xfrm>
        </p:spPr>
        <p:txBody>
          <a:bodyPr/>
          <a:lstStyle/>
          <a:p>
            <a:r>
              <a:rPr lang="en-US" u="sng" dirty="0" smtClean="0">
                <a:latin typeface="Arial Rounded MT Bold" panose="020F0704030504030204" pitchFamily="34" charset="0"/>
              </a:rPr>
              <a:t>CONCLUSION:</a:t>
            </a:r>
            <a:endParaRPr lang="en-IN" u="sng" dirty="0">
              <a:latin typeface="Arial Rounded MT Bold" panose="020F0704030504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460810"/>
            <a:ext cx="10131428" cy="433039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gency FB" panose="020B0503020202020204" pitchFamily="34" charset="0"/>
              </a:rPr>
              <a:t>This project demonstrates an effective and low-cost solution for smart waste segregation using image processing. By integrating the ESP32-CAM module with the YOLO algorithm, the system is able to identify plastic waste in real time with good accuracy and efficiency.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gency FB" panose="020B0503020202020204" pitchFamily="34" charset="0"/>
              </a:rPr>
              <a:t>The proposed system reduces the need for manual segregation, minimizes human error, and promotes faster recycling processes. It highlights how technology can be used to solve real-world environmental problems in a practical and scalable manner.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gency FB" panose="020B0503020202020204" pitchFamily="34" charset="0"/>
              </a:rPr>
              <a:t>From a societal perspective, this system can contribute to cleaner surroundings, reduced plastic pollution, and improved public health. If implemented on a larger scale in public places and urban areas, it can support sustainable waste management practices and help build a cleaner and greener future.</a:t>
            </a:r>
          </a:p>
        </p:txBody>
      </p:sp>
    </p:spTree>
    <p:extLst>
      <p:ext uri="{BB962C8B-B14F-4D97-AF65-F5344CB8AC3E}">
        <p14:creationId xmlns:p14="http://schemas.microsoft.com/office/powerpoint/2010/main" val="3146202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b385d60f68dd989dca1fdc827799d85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11b479caf7b199da365455750e4572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Status xmlns="71af3243-3dd4-4a8d-8c0d-dd76da1f02a5">Not started</Status>
  </documentManagement>
</p:properties>
</file>

<file path=customXml/itemProps1.xml><?xml version="1.0" encoding="utf-8"?>
<ds:datastoreItem xmlns:ds="http://schemas.openxmlformats.org/officeDocument/2006/customXml" ds:itemID="{0257C101-46E1-4CAE-AE60-1AB79022B7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12C2FA-3740-4055-BA8A-74A1458F4A5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415B3C4-7FB6-414C-8C24-8862C0E6C9F3}">
  <ds:schemaRefs>
    <ds:schemaRef ds:uri="16c05727-aa75-4e4a-9b5f-8a80a1165891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71af3243-3dd4-4a8d-8c0d-dd76da1f02a5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design</Template>
  <TotalTime>0</TotalTime>
  <Words>709</Words>
  <Application>Microsoft Office PowerPoint</Application>
  <PresentationFormat>Widescreen</PresentationFormat>
  <Paragraphs>48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Agency FB</vt:lpstr>
      <vt:lpstr>Algerian</vt:lpstr>
      <vt:lpstr>Arial</vt:lpstr>
      <vt:lpstr>Arial Rounded MT Bold</vt:lpstr>
      <vt:lpstr>Calibri</vt:lpstr>
      <vt:lpstr>Calibri Light</vt:lpstr>
      <vt:lpstr>Celestial</vt:lpstr>
      <vt:lpstr>IOT BASED IMAGE PROCESSING FOR WASTE SEGREGATION</vt:lpstr>
      <vt:lpstr>Introduction:</vt:lpstr>
      <vt:lpstr>PROBLEM STATEMENT:</vt:lpstr>
      <vt:lpstr>OBJECTIVES:</vt:lpstr>
      <vt:lpstr>COMPONENTS USED:</vt:lpstr>
      <vt:lpstr>SMART WASTE SEGREGATION system:</vt:lpstr>
      <vt:lpstr>SYSTEM WORKING PRINCIPLE</vt:lpstr>
      <vt:lpstr>Results and discussions: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2026-03-20T09:14:54Z</dcterms:created>
  <dcterms:modified xsi:type="dcterms:W3CDTF">2026-03-23T15:07:28Z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